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260" r:id="rId3"/>
    <p:sldId id="261" r:id="rId4"/>
    <p:sldId id="262" r:id="rId5"/>
    <p:sldId id="263" r:id="rId6"/>
    <p:sldId id="264" r:id="rId7"/>
    <p:sldId id="273" r:id="rId8"/>
    <p:sldId id="268" r:id="rId9"/>
    <p:sldId id="266" r:id="rId10"/>
    <p:sldId id="265" r:id="rId11"/>
    <p:sldId id="267" r:id="rId12"/>
    <p:sldId id="275" r:id="rId13"/>
    <p:sldId id="276" r:id="rId14"/>
    <p:sldId id="279" r:id="rId15"/>
    <p:sldId id="286" r:id="rId16"/>
    <p:sldId id="287" r:id="rId17"/>
    <p:sldId id="281" r:id="rId18"/>
    <p:sldId id="285" r:id="rId19"/>
    <p:sldId id="270" r:id="rId20"/>
    <p:sldId id="272" r:id="rId21"/>
    <p:sldId id="274" r:id="rId22"/>
    <p:sldId id="277" r:id="rId23"/>
    <p:sldId id="269" r:id="rId24"/>
    <p:sldId id="257" r:id="rId25"/>
    <p:sldId id="259" r:id="rId26"/>
    <p:sldId id="282" r:id="rId27"/>
    <p:sldId id="288" r:id="rId28"/>
    <p:sldId id="289" r:id="rId29"/>
    <p:sldId id="283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4C1A75-E251-4158-879D-34F7D6E21755}" v="158" dt="2025-09-24T09:24:11.1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08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iyuan he" userId="69e03b9aafb92c57" providerId="LiveId" clId="{6372DE07-3EFE-47CC-A3DB-CD952AD1052A}"/>
    <pc:docChg chg="undo custSel addSld delSld modSld sldOrd">
      <pc:chgData name="ziyuan he" userId="69e03b9aafb92c57" providerId="LiveId" clId="{6372DE07-3EFE-47CC-A3DB-CD952AD1052A}" dt="2025-09-24T12:40:58.042" v="2377" actId="20577"/>
      <pc:docMkLst>
        <pc:docMk/>
      </pc:docMkLst>
      <pc:sldChg chg="modSp mod">
        <pc:chgData name="ziyuan he" userId="69e03b9aafb92c57" providerId="LiveId" clId="{6372DE07-3EFE-47CC-A3DB-CD952AD1052A}" dt="2025-09-22T11:07:53.159" v="155" actId="20577"/>
        <pc:sldMkLst>
          <pc:docMk/>
          <pc:sldMk cId="3931435648" sldId="256"/>
        </pc:sldMkLst>
        <pc:spChg chg="mod">
          <ac:chgData name="ziyuan he" userId="69e03b9aafb92c57" providerId="LiveId" clId="{6372DE07-3EFE-47CC-A3DB-CD952AD1052A}" dt="2025-09-22T11:07:53.159" v="155" actId="20577"/>
          <ac:spMkLst>
            <pc:docMk/>
            <pc:sldMk cId="3931435648" sldId="256"/>
            <ac:spMk id="2" creationId="{48BCD4E6-9D58-479E-8566-547B3704B944}"/>
          </ac:spMkLst>
        </pc:spChg>
      </pc:sldChg>
      <pc:sldChg chg="modSp mod">
        <pc:chgData name="ziyuan he" userId="69e03b9aafb92c57" providerId="LiveId" clId="{6372DE07-3EFE-47CC-A3DB-CD952AD1052A}" dt="2025-09-22T12:05:59.774" v="617" actId="20577"/>
        <pc:sldMkLst>
          <pc:docMk/>
          <pc:sldMk cId="4190161793" sldId="257"/>
        </pc:sldMkLst>
        <pc:spChg chg="mod">
          <ac:chgData name="ziyuan he" userId="69e03b9aafb92c57" providerId="LiveId" clId="{6372DE07-3EFE-47CC-A3DB-CD952AD1052A}" dt="2025-09-22T12:05:59.774" v="617" actId="20577"/>
          <ac:spMkLst>
            <pc:docMk/>
            <pc:sldMk cId="4190161793" sldId="257"/>
            <ac:spMk id="2" creationId="{D0B2A17E-27AF-605E-5B7C-D9359803B19C}"/>
          </ac:spMkLst>
        </pc:spChg>
      </pc:sldChg>
      <pc:sldChg chg="del">
        <pc:chgData name="ziyuan he" userId="69e03b9aafb92c57" providerId="LiveId" clId="{6372DE07-3EFE-47CC-A3DB-CD952AD1052A}" dt="2025-09-23T16:02:54.239" v="1949" actId="47"/>
        <pc:sldMkLst>
          <pc:docMk/>
          <pc:sldMk cId="3329890586" sldId="258"/>
        </pc:sldMkLst>
      </pc:sldChg>
      <pc:sldChg chg="modSp mod">
        <pc:chgData name="ziyuan he" userId="69e03b9aafb92c57" providerId="LiveId" clId="{6372DE07-3EFE-47CC-A3DB-CD952AD1052A}" dt="2025-09-24T12:40:58.042" v="2377" actId="20577"/>
        <pc:sldMkLst>
          <pc:docMk/>
          <pc:sldMk cId="2700598598" sldId="259"/>
        </pc:sldMkLst>
        <pc:spChg chg="mod">
          <ac:chgData name="ziyuan he" userId="69e03b9aafb92c57" providerId="LiveId" clId="{6372DE07-3EFE-47CC-A3DB-CD952AD1052A}" dt="2025-09-24T12:40:58.042" v="2377" actId="20577"/>
          <ac:spMkLst>
            <pc:docMk/>
            <pc:sldMk cId="2700598598" sldId="259"/>
            <ac:spMk id="3" creationId="{8DD4AE9B-3E21-4005-3CD4-33407531C40D}"/>
          </ac:spMkLst>
        </pc:spChg>
      </pc:sldChg>
      <pc:sldChg chg="modSp new mod">
        <pc:chgData name="ziyuan he" userId="69e03b9aafb92c57" providerId="LiveId" clId="{6372DE07-3EFE-47CC-A3DB-CD952AD1052A}" dt="2025-09-22T10:23:06.896" v="9" actId="20577"/>
        <pc:sldMkLst>
          <pc:docMk/>
          <pc:sldMk cId="596393324" sldId="260"/>
        </pc:sldMkLst>
        <pc:spChg chg="mod">
          <ac:chgData name="ziyuan he" userId="69e03b9aafb92c57" providerId="LiveId" clId="{6372DE07-3EFE-47CC-A3DB-CD952AD1052A}" dt="2025-09-22T10:23:06.896" v="9" actId="20577"/>
          <ac:spMkLst>
            <pc:docMk/>
            <pc:sldMk cId="596393324" sldId="260"/>
            <ac:spMk id="2" creationId="{386A5251-35CC-63EA-4E84-BD4C7AB76FAC}"/>
          </ac:spMkLst>
        </pc:spChg>
      </pc:sldChg>
      <pc:sldChg chg="addSp delSp modSp new mod">
        <pc:chgData name="ziyuan he" userId="69e03b9aafb92c57" providerId="LiveId" clId="{6372DE07-3EFE-47CC-A3DB-CD952AD1052A}" dt="2025-09-22T10:26:19.376" v="55" actId="1076"/>
        <pc:sldMkLst>
          <pc:docMk/>
          <pc:sldMk cId="1263504521" sldId="261"/>
        </pc:sldMkLst>
        <pc:picChg chg="add mod">
          <ac:chgData name="ziyuan he" userId="69e03b9aafb92c57" providerId="LiveId" clId="{6372DE07-3EFE-47CC-A3DB-CD952AD1052A}" dt="2025-09-22T10:26:19.376" v="55" actId="1076"/>
          <ac:picMkLst>
            <pc:docMk/>
            <pc:sldMk cId="1263504521" sldId="261"/>
            <ac:picMk id="7" creationId="{3C5870F7-FA7F-C541-A9DC-BBEBEF375483}"/>
          </ac:picMkLst>
        </pc:picChg>
        <pc:picChg chg="add mod">
          <ac:chgData name="ziyuan he" userId="69e03b9aafb92c57" providerId="LiveId" clId="{6372DE07-3EFE-47CC-A3DB-CD952AD1052A}" dt="2025-09-22T10:26:14.631" v="53" actId="1076"/>
          <ac:picMkLst>
            <pc:docMk/>
            <pc:sldMk cId="1263504521" sldId="261"/>
            <ac:picMk id="9" creationId="{9ECCC4CE-6756-C9E3-F9D8-9FE8C8A07410}"/>
          </ac:picMkLst>
        </pc:picChg>
      </pc:sldChg>
      <pc:sldChg chg="addSp modSp new mod">
        <pc:chgData name="ziyuan he" userId="69e03b9aafb92c57" providerId="LiveId" clId="{6372DE07-3EFE-47CC-A3DB-CD952AD1052A}" dt="2025-09-22T10:25:59.724" v="48" actId="1076"/>
        <pc:sldMkLst>
          <pc:docMk/>
          <pc:sldMk cId="66284289" sldId="262"/>
        </pc:sldMkLst>
        <pc:picChg chg="add mod">
          <ac:chgData name="ziyuan he" userId="69e03b9aafb92c57" providerId="LiveId" clId="{6372DE07-3EFE-47CC-A3DB-CD952AD1052A}" dt="2025-09-22T10:25:59.724" v="48" actId="1076"/>
          <ac:picMkLst>
            <pc:docMk/>
            <pc:sldMk cId="66284289" sldId="262"/>
            <ac:picMk id="3" creationId="{29549191-ECF2-D378-FA8B-796F09D29FF8}"/>
          </ac:picMkLst>
        </pc:picChg>
        <pc:picChg chg="add mod">
          <ac:chgData name="ziyuan he" userId="69e03b9aafb92c57" providerId="LiveId" clId="{6372DE07-3EFE-47CC-A3DB-CD952AD1052A}" dt="2025-09-22T10:25:57.427" v="47" actId="1076"/>
          <ac:picMkLst>
            <pc:docMk/>
            <pc:sldMk cId="66284289" sldId="262"/>
            <ac:picMk id="11" creationId="{E864F129-2BD8-C971-8332-8099CC17102E}"/>
          </ac:picMkLst>
        </pc:picChg>
      </pc:sldChg>
      <pc:sldChg chg="addSp modSp new mod modAnim">
        <pc:chgData name="ziyuan he" userId="69e03b9aafb92c57" providerId="LiveId" clId="{6372DE07-3EFE-47CC-A3DB-CD952AD1052A}" dt="2025-09-22T10:27:50.098" v="64"/>
        <pc:sldMkLst>
          <pc:docMk/>
          <pc:sldMk cId="1574698889" sldId="263"/>
        </pc:sldMkLst>
        <pc:spChg chg="add mod">
          <ac:chgData name="ziyuan he" userId="69e03b9aafb92c57" providerId="LiveId" clId="{6372DE07-3EFE-47CC-A3DB-CD952AD1052A}" dt="2025-09-22T10:27:47.542" v="63" actId="208"/>
          <ac:spMkLst>
            <pc:docMk/>
            <pc:sldMk cId="1574698889" sldId="263"/>
            <ac:spMk id="4" creationId="{717593D5-AEC7-310C-E1E0-0DE9953EAC7B}"/>
          </ac:spMkLst>
        </pc:spChg>
        <pc:picChg chg="add mod">
          <ac:chgData name="ziyuan he" userId="69e03b9aafb92c57" providerId="LiveId" clId="{6372DE07-3EFE-47CC-A3DB-CD952AD1052A}" dt="2025-09-22T10:27:16.284" v="59" actId="1076"/>
          <ac:picMkLst>
            <pc:docMk/>
            <pc:sldMk cId="1574698889" sldId="263"/>
            <ac:picMk id="3" creationId="{F1AD49FE-2C48-DA5D-B7D1-36DED1FBE8BF}"/>
          </ac:picMkLst>
        </pc:picChg>
      </pc:sldChg>
      <pc:sldChg chg="addSp new mod">
        <pc:chgData name="ziyuan he" userId="69e03b9aafb92c57" providerId="LiveId" clId="{6372DE07-3EFE-47CC-A3DB-CD952AD1052A}" dt="2025-09-22T10:31:02.668" v="66" actId="22"/>
        <pc:sldMkLst>
          <pc:docMk/>
          <pc:sldMk cId="752934584" sldId="264"/>
        </pc:sldMkLst>
        <pc:picChg chg="add">
          <ac:chgData name="ziyuan he" userId="69e03b9aafb92c57" providerId="LiveId" clId="{6372DE07-3EFE-47CC-A3DB-CD952AD1052A}" dt="2025-09-22T10:31:02.668" v="66" actId="22"/>
          <ac:picMkLst>
            <pc:docMk/>
            <pc:sldMk cId="752934584" sldId="264"/>
            <ac:picMk id="3" creationId="{92EC1835-1508-67A7-05EE-1B29EF8DAA2C}"/>
          </ac:picMkLst>
        </pc:picChg>
      </pc:sldChg>
      <pc:sldChg chg="addSp delSp modSp new mod modAnim">
        <pc:chgData name="ziyuan he" userId="69e03b9aafb92c57" providerId="LiveId" clId="{6372DE07-3EFE-47CC-A3DB-CD952AD1052A}" dt="2025-09-22T11:26:50.579" v="574" actId="1076"/>
        <pc:sldMkLst>
          <pc:docMk/>
          <pc:sldMk cId="4033202727" sldId="265"/>
        </pc:sldMkLst>
        <pc:spChg chg="add mod">
          <ac:chgData name="ziyuan he" userId="69e03b9aafb92c57" providerId="LiveId" clId="{6372DE07-3EFE-47CC-A3DB-CD952AD1052A}" dt="2025-09-22T11:10:46.277" v="255" actId="1076"/>
          <ac:spMkLst>
            <pc:docMk/>
            <pc:sldMk cId="4033202727" sldId="265"/>
            <ac:spMk id="7" creationId="{1948D2AD-330D-0502-A079-2488096641FB}"/>
          </ac:spMkLst>
        </pc:spChg>
        <pc:spChg chg="add mod">
          <ac:chgData name="ziyuan he" userId="69e03b9aafb92c57" providerId="LiveId" clId="{6372DE07-3EFE-47CC-A3DB-CD952AD1052A}" dt="2025-09-22T11:10:57.823" v="264" actId="20577"/>
          <ac:spMkLst>
            <pc:docMk/>
            <pc:sldMk cId="4033202727" sldId="265"/>
            <ac:spMk id="8" creationId="{227D68B0-3C7A-DADF-ED36-76A48EFAFC4B}"/>
          </ac:spMkLst>
        </pc:spChg>
        <pc:spChg chg="add mod">
          <ac:chgData name="ziyuan he" userId="69e03b9aafb92c57" providerId="LiveId" clId="{6372DE07-3EFE-47CC-A3DB-CD952AD1052A}" dt="2025-09-22T11:11:01.048" v="269" actId="20577"/>
          <ac:spMkLst>
            <pc:docMk/>
            <pc:sldMk cId="4033202727" sldId="265"/>
            <ac:spMk id="9" creationId="{30AA3C65-4BC0-997F-F4BB-73BCA83E403E}"/>
          </ac:spMkLst>
        </pc:spChg>
        <pc:spChg chg="add mod">
          <ac:chgData name="ziyuan he" userId="69e03b9aafb92c57" providerId="LiveId" clId="{6372DE07-3EFE-47CC-A3DB-CD952AD1052A}" dt="2025-09-22T11:11:03.687" v="271" actId="20577"/>
          <ac:spMkLst>
            <pc:docMk/>
            <pc:sldMk cId="4033202727" sldId="265"/>
            <ac:spMk id="10" creationId="{6100D74A-A70A-9318-9346-31C601F7DDAD}"/>
          </ac:spMkLst>
        </pc:spChg>
        <pc:spChg chg="add mod">
          <ac:chgData name="ziyuan he" userId="69e03b9aafb92c57" providerId="LiveId" clId="{6372DE07-3EFE-47CC-A3DB-CD952AD1052A}" dt="2025-09-22T11:11:34.904" v="276" actId="1076"/>
          <ac:spMkLst>
            <pc:docMk/>
            <pc:sldMk cId="4033202727" sldId="265"/>
            <ac:spMk id="11" creationId="{53FD8893-36E6-4581-ABB9-6A9A8046FBBD}"/>
          </ac:spMkLst>
        </pc:spChg>
        <pc:spChg chg="add mod">
          <ac:chgData name="ziyuan he" userId="69e03b9aafb92c57" providerId="LiveId" clId="{6372DE07-3EFE-47CC-A3DB-CD952AD1052A}" dt="2025-09-22T11:11:48.847" v="284" actId="20577"/>
          <ac:spMkLst>
            <pc:docMk/>
            <pc:sldMk cId="4033202727" sldId="265"/>
            <ac:spMk id="12" creationId="{045CF768-475D-A705-E9CE-EE424279A2CC}"/>
          </ac:spMkLst>
        </pc:spChg>
        <pc:spChg chg="add mod">
          <ac:chgData name="ziyuan he" userId="69e03b9aafb92c57" providerId="LiveId" clId="{6372DE07-3EFE-47CC-A3DB-CD952AD1052A}" dt="2025-09-22T11:11:51.041" v="286" actId="20577"/>
          <ac:spMkLst>
            <pc:docMk/>
            <pc:sldMk cId="4033202727" sldId="265"/>
            <ac:spMk id="13" creationId="{5707E6D0-DD42-1E7D-58A2-B43C04BADFB7}"/>
          </ac:spMkLst>
        </pc:spChg>
        <pc:spChg chg="add del mod">
          <ac:chgData name="ziyuan he" userId="69e03b9aafb92c57" providerId="LiveId" clId="{6372DE07-3EFE-47CC-A3DB-CD952AD1052A}" dt="2025-09-22T11:19:14.985" v="408" actId="21"/>
          <ac:spMkLst>
            <pc:docMk/>
            <pc:sldMk cId="4033202727" sldId="265"/>
            <ac:spMk id="14" creationId="{50B07217-DC11-CC97-A6A8-A989D77D22B8}"/>
          </ac:spMkLst>
        </pc:spChg>
        <pc:spChg chg="add mod">
          <ac:chgData name="ziyuan he" userId="69e03b9aafb92c57" providerId="LiveId" clId="{6372DE07-3EFE-47CC-A3DB-CD952AD1052A}" dt="2025-09-22T11:12:41.991" v="310" actId="20577"/>
          <ac:spMkLst>
            <pc:docMk/>
            <pc:sldMk cId="4033202727" sldId="265"/>
            <ac:spMk id="15" creationId="{15F1FF00-1CBA-5272-D0C3-D4014BA674FB}"/>
          </ac:spMkLst>
        </pc:spChg>
        <pc:spChg chg="add mod">
          <ac:chgData name="ziyuan he" userId="69e03b9aafb92c57" providerId="LiveId" clId="{6372DE07-3EFE-47CC-A3DB-CD952AD1052A}" dt="2025-09-22T11:13:03.068" v="318" actId="20577"/>
          <ac:spMkLst>
            <pc:docMk/>
            <pc:sldMk cId="4033202727" sldId="265"/>
            <ac:spMk id="16" creationId="{B6035F59-E3F2-EBF9-752A-F9F9A7B0D919}"/>
          </ac:spMkLst>
        </pc:spChg>
        <pc:spChg chg="add mod">
          <ac:chgData name="ziyuan he" userId="69e03b9aafb92c57" providerId="LiveId" clId="{6372DE07-3EFE-47CC-A3DB-CD952AD1052A}" dt="2025-09-22T11:13:04.743" v="320" actId="20577"/>
          <ac:spMkLst>
            <pc:docMk/>
            <pc:sldMk cId="4033202727" sldId="265"/>
            <ac:spMk id="17" creationId="{3572DBD2-128D-1E5B-334B-F6C0AAD8F7C6}"/>
          </ac:spMkLst>
        </pc:spChg>
        <pc:spChg chg="add mod">
          <ac:chgData name="ziyuan he" userId="69e03b9aafb92c57" providerId="LiveId" clId="{6372DE07-3EFE-47CC-A3DB-CD952AD1052A}" dt="2025-09-22T11:13:06.032" v="322" actId="20577"/>
          <ac:spMkLst>
            <pc:docMk/>
            <pc:sldMk cId="4033202727" sldId="265"/>
            <ac:spMk id="18" creationId="{D81EBF58-BDCD-5647-26B9-195C4B543AA8}"/>
          </ac:spMkLst>
        </pc:spChg>
        <pc:spChg chg="add mod">
          <ac:chgData name="ziyuan he" userId="69e03b9aafb92c57" providerId="LiveId" clId="{6372DE07-3EFE-47CC-A3DB-CD952AD1052A}" dt="2025-09-22T11:16:56.106" v="350" actId="20577"/>
          <ac:spMkLst>
            <pc:docMk/>
            <pc:sldMk cId="4033202727" sldId="265"/>
            <ac:spMk id="19" creationId="{F3B9429F-916F-D101-C8B1-CD4183EB876E}"/>
          </ac:spMkLst>
        </pc:spChg>
        <pc:spChg chg="add mod">
          <ac:chgData name="ziyuan he" userId="69e03b9aafb92c57" providerId="LiveId" clId="{6372DE07-3EFE-47CC-A3DB-CD952AD1052A}" dt="2025-09-22T11:17:00.251" v="352" actId="20577"/>
          <ac:spMkLst>
            <pc:docMk/>
            <pc:sldMk cId="4033202727" sldId="265"/>
            <ac:spMk id="20" creationId="{D0D50466-A62A-D709-34CC-85DE8E7ECDC2}"/>
          </ac:spMkLst>
        </pc:spChg>
        <pc:spChg chg="add mod">
          <ac:chgData name="ziyuan he" userId="69e03b9aafb92c57" providerId="LiveId" clId="{6372DE07-3EFE-47CC-A3DB-CD952AD1052A}" dt="2025-09-22T11:17:04.008" v="356" actId="20577"/>
          <ac:spMkLst>
            <pc:docMk/>
            <pc:sldMk cId="4033202727" sldId="265"/>
            <ac:spMk id="21" creationId="{299AD810-4EE8-C87C-F930-2F740518098D}"/>
          </ac:spMkLst>
        </pc:spChg>
        <pc:spChg chg="add mod">
          <ac:chgData name="ziyuan he" userId="69e03b9aafb92c57" providerId="LiveId" clId="{6372DE07-3EFE-47CC-A3DB-CD952AD1052A}" dt="2025-09-22T11:17:08.404" v="360" actId="20577"/>
          <ac:spMkLst>
            <pc:docMk/>
            <pc:sldMk cId="4033202727" sldId="265"/>
            <ac:spMk id="22" creationId="{46A5FCA7-460F-75CD-3081-079FADB7609A}"/>
          </ac:spMkLst>
        </pc:spChg>
        <pc:spChg chg="add mod">
          <ac:chgData name="ziyuan he" userId="69e03b9aafb92c57" providerId="LiveId" clId="{6372DE07-3EFE-47CC-A3DB-CD952AD1052A}" dt="2025-09-22T11:17:25.252" v="381" actId="1076"/>
          <ac:spMkLst>
            <pc:docMk/>
            <pc:sldMk cId="4033202727" sldId="265"/>
            <ac:spMk id="23" creationId="{CD98FC51-C004-57C5-E198-1C2F47197C8B}"/>
          </ac:spMkLst>
        </pc:spChg>
        <pc:spChg chg="add mod">
          <ac:chgData name="ziyuan he" userId="69e03b9aafb92c57" providerId="LiveId" clId="{6372DE07-3EFE-47CC-A3DB-CD952AD1052A}" dt="2025-09-22T11:17:49.962" v="389" actId="20577"/>
          <ac:spMkLst>
            <pc:docMk/>
            <pc:sldMk cId="4033202727" sldId="265"/>
            <ac:spMk id="24" creationId="{35CA75DF-53C3-1234-E2D9-850767C7950C}"/>
          </ac:spMkLst>
        </pc:spChg>
        <pc:spChg chg="add mod">
          <ac:chgData name="ziyuan he" userId="69e03b9aafb92c57" providerId="LiveId" clId="{6372DE07-3EFE-47CC-A3DB-CD952AD1052A}" dt="2025-09-22T11:17:55.941" v="395" actId="20577"/>
          <ac:spMkLst>
            <pc:docMk/>
            <pc:sldMk cId="4033202727" sldId="265"/>
            <ac:spMk id="25" creationId="{67E46A6A-B5FB-DC02-CD95-11837227A0AF}"/>
          </ac:spMkLst>
        </pc:spChg>
        <pc:spChg chg="add mod">
          <ac:chgData name="ziyuan he" userId="69e03b9aafb92c57" providerId="LiveId" clId="{6372DE07-3EFE-47CC-A3DB-CD952AD1052A}" dt="2025-09-22T11:20:33.315" v="432" actId="1076"/>
          <ac:spMkLst>
            <pc:docMk/>
            <pc:sldMk cId="4033202727" sldId="265"/>
            <ac:spMk id="30" creationId="{3E57F9A7-5FFE-6879-BAEB-567BCC26EA55}"/>
          </ac:spMkLst>
        </pc:spChg>
        <pc:spChg chg="add mod">
          <ac:chgData name="ziyuan he" userId="69e03b9aafb92c57" providerId="LiveId" clId="{6372DE07-3EFE-47CC-A3DB-CD952AD1052A}" dt="2025-09-22T11:20:33.315" v="432" actId="1076"/>
          <ac:spMkLst>
            <pc:docMk/>
            <pc:sldMk cId="4033202727" sldId="265"/>
            <ac:spMk id="31" creationId="{C402750D-00B6-FB23-8283-CF62C74C42D4}"/>
          </ac:spMkLst>
        </pc:spChg>
        <pc:spChg chg="add mod">
          <ac:chgData name="ziyuan he" userId="69e03b9aafb92c57" providerId="LiveId" clId="{6372DE07-3EFE-47CC-A3DB-CD952AD1052A}" dt="2025-09-22T11:20:33.315" v="432" actId="1076"/>
          <ac:spMkLst>
            <pc:docMk/>
            <pc:sldMk cId="4033202727" sldId="265"/>
            <ac:spMk id="32" creationId="{C62ED972-2A29-B53F-4845-E60671082F71}"/>
          </ac:spMkLst>
        </pc:spChg>
        <pc:spChg chg="add mod">
          <ac:chgData name="ziyuan he" userId="69e03b9aafb92c57" providerId="LiveId" clId="{6372DE07-3EFE-47CC-A3DB-CD952AD1052A}" dt="2025-09-22T11:20:33.315" v="432" actId="1076"/>
          <ac:spMkLst>
            <pc:docMk/>
            <pc:sldMk cId="4033202727" sldId="265"/>
            <ac:spMk id="33" creationId="{F2684B16-7424-4573-2E63-EF2B23CCF064}"/>
          </ac:spMkLst>
        </pc:spChg>
        <pc:spChg chg="add mod">
          <ac:chgData name="ziyuan he" userId="69e03b9aafb92c57" providerId="LiveId" clId="{6372DE07-3EFE-47CC-A3DB-CD952AD1052A}" dt="2025-09-22T11:22:24.820" v="491" actId="20577"/>
          <ac:spMkLst>
            <pc:docMk/>
            <pc:sldMk cId="4033202727" sldId="265"/>
            <ac:spMk id="34" creationId="{22E72F1E-4267-BCDC-06CE-2214EF234569}"/>
          </ac:spMkLst>
        </pc:spChg>
        <pc:spChg chg="add mod">
          <ac:chgData name="ziyuan he" userId="69e03b9aafb92c57" providerId="LiveId" clId="{6372DE07-3EFE-47CC-A3DB-CD952AD1052A}" dt="2025-09-22T11:22:28.367" v="494" actId="20577"/>
          <ac:spMkLst>
            <pc:docMk/>
            <pc:sldMk cId="4033202727" sldId="265"/>
            <ac:spMk id="35" creationId="{88FF8BBE-C09E-0F3A-5648-268D09FF7584}"/>
          </ac:spMkLst>
        </pc:spChg>
        <pc:spChg chg="add mod">
          <ac:chgData name="ziyuan he" userId="69e03b9aafb92c57" providerId="LiveId" clId="{6372DE07-3EFE-47CC-A3DB-CD952AD1052A}" dt="2025-09-22T11:22:34.654" v="501" actId="20577"/>
          <ac:spMkLst>
            <pc:docMk/>
            <pc:sldMk cId="4033202727" sldId="265"/>
            <ac:spMk id="36" creationId="{3F45B909-955C-395B-C972-4EBF740D71BF}"/>
          </ac:spMkLst>
        </pc:spChg>
        <pc:spChg chg="add mod">
          <ac:chgData name="ziyuan he" userId="69e03b9aafb92c57" providerId="LiveId" clId="{6372DE07-3EFE-47CC-A3DB-CD952AD1052A}" dt="2025-09-22T11:22:37.981" v="506" actId="20577"/>
          <ac:spMkLst>
            <pc:docMk/>
            <pc:sldMk cId="4033202727" sldId="265"/>
            <ac:spMk id="37" creationId="{840B5751-3756-5682-9D81-C95DA2C050C4}"/>
          </ac:spMkLst>
        </pc:spChg>
        <pc:spChg chg="add mod">
          <ac:chgData name="ziyuan he" userId="69e03b9aafb92c57" providerId="LiveId" clId="{6372DE07-3EFE-47CC-A3DB-CD952AD1052A}" dt="2025-09-22T11:26:50.579" v="574" actId="1076"/>
          <ac:spMkLst>
            <pc:docMk/>
            <pc:sldMk cId="4033202727" sldId="265"/>
            <ac:spMk id="38" creationId="{C32509C7-BF06-2DC8-1102-E19A827D2D56}"/>
          </ac:spMkLst>
        </pc:spChg>
        <pc:graphicFrameChg chg="add mod modGraphic">
          <ac:chgData name="ziyuan he" userId="69e03b9aafb92c57" providerId="LiveId" clId="{6372DE07-3EFE-47CC-A3DB-CD952AD1052A}" dt="2025-09-22T11:23:16.561" v="521" actId="20577"/>
          <ac:graphicFrameMkLst>
            <pc:docMk/>
            <pc:sldMk cId="4033202727" sldId="265"/>
            <ac:graphicFrameMk id="6" creationId="{9EF5FC41-B51D-692B-A590-D6D73062654D}"/>
          </ac:graphicFrameMkLst>
        </pc:graphicFrameChg>
      </pc:sldChg>
      <pc:sldChg chg="modSp new mod">
        <pc:chgData name="ziyuan he" userId="69e03b9aafb92c57" providerId="LiveId" clId="{6372DE07-3EFE-47CC-A3DB-CD952AD1052A}" dt="2025-09-22T11:27:15.899" v="597" actId="20577"/>
        <pc:sldMkLst>
          <pc:docMk/>
          <pc:sldMk cId="2313218818" sldId="266"/>
        </pc:sldMkLst>
        <pc:spChg chg="mod">
          <ac:chgData name="ziyuan he" userId="69e03b9aafb92c57" providerId="LiveId" clId="{6372DE07-3EFE-47CC-A3DB-CD952AD1052A}" dt="2025-09-22T11:27:15.899" v="597" actId="20577"/>
          <ac:spMkLst>
            <pc:docMk/>
            <pc:sldMk cId="2313218818" sldId="266"/>
            <ac:spMk id="2" creationId="{7C992B9A-967B-2C12-023E-841DD0B909BF}"/>
          </ac:spMkLst>
        </pc:spChg>
      </pc:sldChg>
      <pc:sldChg chg="new del">
        <pc:chgData name="ziyuan he" userId="69e03b9aafb92c57" providerId="LiveId" clId="{6372DE07-3EFE-47CC-A3DB-CD952AD1052A}" dt="2025-09-22T11:27:27.949" v="599" actId="47"/>
        <pc:sldMkLst>
          <pc:docMk/>
          <pc:sldMk cId="3486891285" sldId="267"/>
        </pc:sldMkLst>
      </pc:sldChg>
      <pc:sldChg chg="modSp new mod">
        <pc:chgData name="ziyuan he" userId="69e03b9aafb92c57" providerId="LiveId" clId="{6372DE07-3EFE-47CC-A3DB-CD952AD1052A}" dt="2025-09-23T09:59:58.924" v="1267" actId="20577"/>
        <pc:sldMkLst>
          <pc:docMk/>
          <pc:sldMk cId="3500082683" sldId="267"/>
        </pc:sldMkLst>
        <pc:spChg chg="mod">
          <ac:chgData name="ziyuan he" userId="69e03b9aafb92c57" providerId="LiveId" clId="{6372DE07-3EFE-47CC-A3DB-CD952AD1052A}" dt="2025-09-23T09:59:58.924" v="1267" actId="20577"/>
          <ac:spMkLst>
            <pc:docMk/>
            <pc:sldMk cId="3500082683" sldId="267"/>
            <ac:spMk id="2" creationId="{2F1634F7-BF27-0148-B9C6-0AD6D288907B}"/>
          </ac:spMkLst>
        </pc:spChg>
      </pc:sldChg>
      <pc:sldChg chg="addSp delSp modSp new mod ord">
        <pc:chgData name="ziyuan he" userId="69e03b9aafb92c57" providerId="LiveId" clId="{6372DE07-3EFE-47CC-A3DB-CD952AD1052A}" dt="2025-09-23T09:50:16.124" v="1166"/>
        <pc:sldMkLst>
          <pc:docMk/>
          <pc:sldMk cId="2086550673" sldId="268"/>
        </pc:sldMkLst>
        <pc:picChg chg="add mod">
          <ac:chgData name="ziyuan he" userId="69e03b9aafb92c57" providerId="LiveId" clId="{6372DE07-3EFE-47CC-A3DB-CD952AD1052A}" dt="2025-09-22T12:25:15.226" v="835" actId="1076"/>
          <ac:picMkLst>
            <pc:docMk/>
            <pc:sldMk cId="2086550673" sldId="268"/>
            <ac:picMk id="6" creationId="{7CCF4780-8C13-2B94-50C7-C9BC114F8CED}"/>
          </ac:picMkLst>
        </pc:picChg>
      </pc:sldChg>
      <pc:sldChg chg="modSp new mod">
        <pc:chgData name="ziyuan he" userId="69e03b9aafb92c57" providerId="LiveId" clId="{6372DE07-3EFE-47CC-A3DB-CD952AD1052A}" dt="2025-09-22T12:06:14.440" v="640" actId="20577"/>
        <pc:sldMkLst>
          <pc:docMk/>
          <pc:sldMk cId="929748843" sldId="269"/>
        </pc:sldMkLst>
        <pc:spChg chg="mod">
          <ac:chgData name="ziyuan he" userId="69e03b9aafb92c57" providerId="LiveId" clId="{6372DE07-3EFE-47CC-A3DB-CD952AD1052A}" dt="2025-09-22T12:06:14.440" v="640" actId="20577"/>
          <ac:spMkLst>
            <pc:docMk/>
            <pc:sldMk cId="929748843" sldId="269"/>
            <ac:spMk id="2" creationId="{1836440D-1F35-1B3A-27D0-3672CAE25403}"/>
          </ac:spMkLst>
        </pc:spChg>
      </pc:sldChg>
      <pc:sldChg chg="new del">
        <pc:chgData name="ziyuan he" userId="69e03b9aafb92c57" providerId="LiveId" clId="{6372DE07-3EFE-47CC-A3DB-CD952AD1052A}" dt="2025-09-22T12:06:30.450" v="642" actId="47"/>
        <pc:sldMkLst>
          <pc:docMk/>
          <pc:sldMk cId="1175491767" sldId="270"/>
        </pc:sldMkLst>
      </pc:sldChg>
      <pc:sldChg chg="modSp new mod">
        <pc:chgData name="ziyuan he" userId="69e03b9aafb92c57" providerId="LiveId" clId="{6372DE07-3EFE-47CC-A3DB-CD952AD1052A}" dt="2025-09-22T12:06:39.757" v="653" actId="20577"/>
        <pc:sldMkLst>
          <pc:docMk/>
          <pc:sldMk cId="2736368713" sldId="270"/>
        </pc:sldMkLst>
        <pc:spChg chg="mod">
          <ac:chgData name="ziyuan he" userId="69e03b9aafb92c57" providerId="LiveId" clId="{6372DE07-3EFE-47CC-A3DB-CD952AD1052A}" dt="2025-09-22T12:06:39.757" v="653" actId="20577"/>
          <ac:spMkLst>
            <pc:docMk/>
            <pc:sldMk cId="2736368713" sldId="270"/>
            <ac:spMk id="2" creationId="{59B5E459-10D7-1403-FE69-5B3F6585A8BB}"/>
          </ac:spMkLst>
        </pc:spChg>
      </pc:sldChg>
      <pc:sldChg chg="addSp delSp new del mod">
        <pc:chgData name="ziyuan he" userId="69e03b9aafb92c57" providerId="LiveId" clId="{6372DE07-3EFE-47CC-A3DB-CD952AD1052A}" dt="2025-09-23T16:11:55.842" v="1950" actId="47"/>
        <pc:sldMkLst>
          <pc:docMk/>
          <pc:sldMk cId="2991110924" sldId="271"/>
        </pc:sldMkLst>
        <pc:picChg chg="add del">
          <ac:chgData name="ziyuan he" userId="69e03b9aafb92c57" providerId="LiveId" clId="{6372DE07-3EFE-47CC-A3DB-CD952AD1052A}" dt="2025-09-23T09:53:46.736" v="1235" actId="22"/>
          <ac:picMkLst>
            <pc:docMk/>
            <pc:sldMk cId="2991110924" sldId="271"/>
            <ac:picMk id="5" creationId="{DE5D2B96-55B1-8C39-4A8D-B001302F469E}"/>
          </ac:picMkLst>
        </pc:picChg>
      </pc:sldChg>
      <pc:sldChg chg="addSp delSp modSp new mod ord modAnim">
        <pc:chgData name="ziyuan he" userId="69e03b9aafb92c57" providerId="LiveId" clId="{6372DE07-3EFE-47CC-A3DB-CD952AD1052A}" dt="2025-09-23T15:02:28.194" v="1909" actId="478"/>
        <pc:sldMkLst>
          <pc:docMk/>
          <pc:sldMk cId="3745159233" sldId="272"/>
        </pc:sldMkLst>
        <pc:spChg chg="del">
          <ac:chgData name="ziyuan he" userId="69e03b9aafb92c57" providerId="LiveId" clId="{6372DE07-3EFE-47CC-A3DB-CD952AD1052A}" dt="2025-09-23T15:02:28.194" v="1909" actId="478"/>
          <ac:spMkLst>
            <pc:docMk/>
            <pc:sldMk cId="3745159233" sldId="272"/>
            <ac:spMk id="2" creationId="{CE7161E1-AFD8-8F9F-5EFF-48CCC3F3A066}"/>
          </ac:spMkLst>
        </pc:spChg>
        <pc:spChg chg="mod">
          <ac:chgData name="ziyuan he" userId="69e03b9aafb92c57" providerId="LiveId" clId="{6372DE07-3EFE-47CC-A3DB-CD952AD1052A}" dt="2025-09-22T12:15:38.922" v="809" actId="20577"/>
          <ac:spMkLst>
            <pc:docMk/>
            <pc:sldMk cId="3745159233" sldId="272"/>
            <ac:spMk id="3" creationId="{DB9FFF94-F91F-F56C-B7BF-E4312B2884A4}"/>
          </ac:spMkLst>
        </pc:spChg>
        <pc:spChg chg="add mod">
          <ac:chgData name="ziyuan he" userId="69e03b9aafb92c57" providerId="LiveId" clId="{6372DE07-3EFE-47CC-A3DB-CD952AD1052A}" dt="2025-09-22T12:15:27.312" v="798" actId="1076"/>
          <ac:spMkLst>
            <pc:docMk/>
            <pc:sldMk cId="3745159233" sldId="272"/>
            <ac:spMk id="4" creationId="{AE86A9E8-3A29-5268-17D0-87394B1AA67E}"/>
          </ac:spMkLst>
        </pc:spChg>
        <pc:spChg chg="add mod">
          <ac:chgData name="ziyuan he" userId="69e03b9aafb92c57" providerId="LiveId" clId="{6372DE07-3EFE-47CC-A3DB-CD952AD1052A}" dt="2025-09-22T12:15:04.051" v="757" actId="1076"/>
          <ac:spMkLst>
            <pc:docMk/>
            <pc:sldMk cId="3745159233" sldId="272"/>
            <ac:spMk id="5" creationId="{E6C889C0-7AE2-23E9-89BE-5AD7462C46F4}"/>
          </ac:spMkLst>
        </pc:spChg>
        <pc:spChg chg="add mod">
          <ac:chgData name="ziyuan he" userId="69e03b9aafb92c57" providerId="LiveId" clId="{6372DE07-3EFE-47CC-A3DB-CD952AD1052A}" dt="2025-09-22T12:18:32.089" v="828" actId="20577"/>
          <ac:spMkLst>
            <pc:docMk/>
            <pc:sldMk cId="3745159233" sldId="272"/>
            <ac:spMk id="6" creationId="{83BF3352-070C-0C5F-6D83-A0DF821C4519}"/>
          </ac:spMkLst>
        </pc:spChg>
        <pc:spChg chg="add mod">
          <ac:chgData name="ziyuan he" userId="69e03b9aafb92c57" providerId="LiveId" clId="{6372DE07-3EFE-47CC-A3DB-CD952AD1052A}" dt="2025-09-22T12:15:23.005" v="797" actId="1076"/>
          <ac:spMkLst>
            <pc:docMk/>
            <pc:sldMk cId="3745159233" sldId="272"/>
            <ac:spMk id="7" creationId="{B3620FB4-4EB6-2AA7-DA5E-0B20334AAE03}"/>
          </ac:spMkLst>
        </pc:spChg>
        <pc:spChg chg="add mod">
          <ac:chgData name="ziyuan he" userId="69e03b9aafb92c57" providerId="LiveId" clId="{6372DE07-3EFE-47CC-A3DB-CD952AD1052A}" dt="2025-09-22T12:15:36.344" v="800" actId="1076"/>
          <ac:spMkLst>
            <pc:docMk/>
            <pc:sldMk cId="3745159233" sldId="272"/>
            <ac:spMk id="8" creationId="{0812EA46-3E1F-0241-2C32-357AF231906D}"/>
          </ac:spMkLst>
        </pc:spChg>
      </pc:sldChg>
      <pc:sldChg chg="addSp delSp modSp new mod">
        <pc:chgData name="ziyuan he" userId="69e03b9aafb92c57" providerId="LiveId" clId="{6372DE07-3EFE-47CC-A3DB-CD952AD1052A}" dt="2025-09-22T12:28:48.814" v="844" actId="478"/>
        <pc:sldMkLst>
          <pc:docMk/>
          <pc:sldMk cId="3487624935" sldId="273"/>
        </pc:sldMkLst>
        <pc:picChg chg="add mod ord">
          <ac:chgData name="ziyuan he" userId="69e03b9aafb92c57" providerId="LiveId" clId="{6372DE07-3EFE-47CC-A3DB-CD952AD1052A}" dt="2025-09-22T12:28:46.810" v="843" actId="1076"/>
          <ac:picMkLst>
            <pc:docMk/>
            <pc:sldMk cId="3487624935" sldId="273"/>
            <ac:picMk id="5" creationId="{F90CFC8C-A545-A009-FF33-437F88F24042}"/>
          </ac:picMkLst>
        </pc:picChg>
      </pc:sldChg>
      <pc:sldChg chg="addSp modSp new mod modAnim">
        <pc:chgData name="ziyuan he" userId="69e03b9aafb92c57" providerId="LiveId" clId="{6372DE07-3EFE-47CC-A3DB-CD952AD1052A}" dt="2025-09-23T09:53:58.820" v="1239"/>
        <pc:sldMkLst>
          <pc:docMk/>
          <pc:sldMk cId="538533760" sldId="274"/>
        </pc:sldMkLst>
        <pc:spChg chg="add mod">
          <ac:chgData name="ziyuan he" userId="69e03b9aafb92c57" providerId="LiveId" clId="{6372DE07-3EFE-47CC-A3DB-CD952AD1052A}" dt="2025-09-23T09:31:32.041" v="980" actId="20577"/>
          <ac:spMkLst>
            <pc:docMk/>
            <pc:sldMk cId="538533760" sldId="274"/>
            <ac:spMk id="4" creationId="{1B480100-B0FA-1139-0A39-04191F05D6B4}"/>
          </ac:spMkLst>
        </pc:spChg>
        <pc:picChg chg="add">
          <ac:chgData name="ziyuan he" userId="69e03b9aafb92c57" providerId="LiveId" clId="{6372DE07-3EFE-47CC-A3DB-CD952AD1052A}" dt="2025-09-23T09:29:52.857" v="846" actId="22"/>
          <ac:picMkLst>
            <pc:docMk/>
            <pc:sldMk cId="538533760" sldId="274"/>
            <ac:picMk id="3" creationId="{E866E60F-4B63-B2DE-E80E-6C2BCF2F0824}"/>
          </ac:picMkLst>
        </pc:picChg>
      </pc:sldChg>
      <pc:sldChg chg="addSp delSp modSp new mod">
        <pc:chgData name="ziyuan he" userId="69e03b9aafb92c57" providerId="LiveId" clId="{6372DE07-3EFE-47CC-A3DB-CD952AD1052A}" dt="2025-09-23T09:50:39.451" v="1170" actId="1076"/>
        <pc:sldMkLst>
          <pc:docMk/>
          <pc:sldMk cId="135710291" sldId="275"/>
        </pc:sldMkLst>
        <pc:spChg chg="add mod">
          <ac:chgData name="ziyuan he" userId="69e03b9aafb92c57" providerId="LiveId" clId="{6372DE07-3EFE-47CC-A3DB-CD952AD1052A}" dt="2025-09-23T09:50:34.555" v="1169" actId="1076"/>
          <ac:spMkLst>
            <pc:docMk/>
            <pc:sldMk cId="135710291" sldId="275"/>
            <ac:spMk id="4" creationId="{93C9DF4A-D06B-DFE2-004C-A98E6728E4EA}"/>
          </ac:spMkLst>
        </pc:spChg>
        <pc:spChg chg="add mod">
          <ac:chgData name="ziyuan he" userId="69e03b9aafb92c57" providerId="LiveId" clId="{6372DE07-3EFE-47CC-A3DB-CD952AD1052A}" dt="2025-09-23T09:50:39.451" v="1170" actId="1076"/>
          <ac:spMkLst>
            <pc:docMk/>
            <pc:sldMk cId="135710291" sldId="275"/>
            <ac:spMk id="5" creationId="{8F43210B-0D3F-E568-950E-51ED6C0ECCC8}"/>
          </ac:spMkLst>
        </pc:spChg>
        <pc:spChg chg="add del mod">
          <ac:chgData name="ziyuan he" userId="69e03b9aafb92c57" providerId="LiveId" clId="{6372DE07-3EFE-47CC-A3DB-CD952AD1052A}" dt="2025-09-23T09:42:39.697" v="1068" actId="478"/>
          <ac:spMkLst>
            <pc:docMk/>
            <pc:sldMk cId="135710291" sldId="275"/>
            <ac:spMk id="6" creationId="{F9BB379D-8556-E303-FE4D-25A58FD0961D}"/>
          </ac:spMkLst>
        </pc:spChg>
        <pc:picChg chg="add mod">
          <ac:chgData name="ziyuan he" userId="69e03b9aafb92c57" providerId="LiveId" clId="{6372DE07-3EFE-47CC-A3DB-CD952AD1052A}" dt="2025-09-23T09:50:29.943" v="1168" actId="1076"/>
          <ac:picMkLst>
            <pc:docMk/>
            <pc:sldMk cId="135710291" sldId="275"/>
            <ac:picMk id="3" creationId="{8FC553A0-BF73-6FB2-ED01-1815E12AAF82}"/>
          </ac:picMkLst>
        </pc:picChg>
        <pc:picChg chg="add del mod">
          <ac:chgData name="ziyuan he" userId="69e03b9aafb92c57" providerId="LiveId" clId="{6372DE07-3EFE-47CC-A3DB-CD952AD1052A}" dt="2025-09-23T09:43:26.928" v="1073" actId="21"/>
          <ac:picMkLst>
            <pc:docMk/>
            <pc:sldMk cId="135710291" sldId="275"/>
            <ac:picMk id="8" creationId="{89769E3B-5580-A807-50E5-D6EDF0CD03E8}"/>
          </ac:picMkLst>
        </pc:picChg>
      </pc:sldChg>
      <pc:sldChg chg="addSp delSp modSp new mod">
        <pc:chgData name="ziyuan he" userId="69e03b9aafb92c57" providerId="LiveId" clId="{6372DE07-3EFE-47CC-A3DB-CD952AD1052A}" dt="2025-09-23T09:51:16.801" v="1233" actId="1076"/>
        <pc:sldMkLst>
          <pc:docMk/>
          <pc:sldMk cId="2319320999" sldId="276"/>
        </pc:sldMkLst>
        <pc:spChg chg="add mod">
          <ac:chgData name="ziyuan he" userId="69e03b9aafb92c57" providerId="LiveId" clId="{6372DE07-3EFE-47CC-A3DB-CD952AD1052A}" dt="2025-09-23T09:48:46.961" v="1136" actId="1076"/>
          <ac:spMkLst>
            <pc:docMk/>
            <pc:sldMk cId="2319320999" sldId="276"/>
            <ac:spMk id="4" creationId="{35EE16DF-0536-DB95-8777-9D2E245DBD15}"/>
          </ac:spMkLst>
        </pc:spChg>
        <pc:spChg chg="add mod">
          <ac:chgData name="ziyuan he" userId="69e03b9aafb92c57" providerId="LiveId" clId="{6372DE07-3EFE-47CC-A3DB-CD952AD1052A}" dt="2025-09-23T09:48:46.961" v="1136" actId="1076"/>
          <ac:spMkLst>
            <pc:docMk/>
            <pc:sldMk cId="2319320999" sldId="276"/>
            <ac:spMk id="5" creationId="{4F676E56-EEBD-47DF-8563-7502D727EB53}"/>
          </ac:spMkLst>
        </pc:spChg>
        <pc:spChg chg="add mod">
          <ac:chgData name="ziyuan he" userId="69e03b9aafb92c57" providerId="LiveId" clId="{6372DE07-3EFE-47CC-A3DB-CD952AD1052A}" dt="2025-09-23T09:48:46.961" v="1136" actId="1076"/>
          <ac:spMkLst>
            <pc:docMk/>
            <pc:sldMk cId="2319320999" sldId="276"/>
            <ac:spMk id="6" creationId="{C60FECCC-7E03-29DA-FA26-31B8C72482FA}"/>
          </ac:spMkLst>
        </pc:spChg>
        <pc:spChg chg="add mod">
          <ac:chgData name="ziyuan he" userId="69e03b9aafb92c57" providerId="LiveId" clId="{6372DE07-3EFE-47CC-A3DB-CD952AD1052A}" dt="2025-09-23T09:48:46.961" v="1136" actId="1076"/>
          <ac:spMkLst>
            <pc:docMk/>
            <pc:sldMk cId="2319320999" sldId="276"/>
            <ac:spMk id="7" creationId="{CD38B70A-09AB-C1AA-3121-BCAC955A0BCE}"/>
          </ac:spMkLst>
        </pc:spChg>
        <pc:spChg chg="add mod">
          <ac:chgData name="ziyuan he" userId="69e03b9aafb92c57" providerId="LiveId" clId="{6372DE07-3EFE-47CC-A3DB-CD952AD1052A}" dt="2025-09-23T09:49:08.442" v="1155" actId="1076"/>
          <ac:spMkLst>
            <pc:docMk/>
            <pc:sldMk cId="2319320999" sldId="276"/>
            <ac:spMk id="36" creationId="{DD4CAB2A-547C-EE08-F4D1-75EB8F092365}"/>
          </ac:spMkLst>
        </pc:spChg>
        <pc:spChg chg="add del mod">
          <ac:chgData name="ziyuan he" userId="69e03b9aafb92c57" providerId="LiveId" clId="{6372DE07-3EFE-47CC-A3DB-CD952AD1052A}" dt="2025-09-23T09:50:10.320" v="1162"/>
          <ac:spMkLst>
            <pc:docMk/>
            <pc:sldMk cId="2319320999" sldId="276"/>
            <ac:spMk id="37" creationId="{568D957A-D461-11DB-A514-82E56E020578}"/>
          </ac:spMkLst>
        </pc:spChg>
        <pc:spChg chg="add mod">
          <ac:chgData name="ziyuan he" userId="69e03b9aafb92c57" providerId="LiveId" clId="{6372DE07-3EFE-47CC-A3DB-CD952AD1052A}" dt="2025-09-23T09:51:16.801" v="1233" actId="1076"/>
          <ac:spMkLst>
            <pc:docMk/>
            <pc:sldMk cId="2319320999" sldId="276"/>
            <ac:spMk id="38" creationId="{A5E46DB7-FF9A-6DE0-2DEE-98E88B4F6A91}"/>
          </ac:spMkLst>
        </pc:spChg>
        <pc:picChg chg="add mod">
          <ac:chgData name="ziyuan he" userId="69e03b9aafb92c57" providerId="LiveId" clId="{6372DE07-3EFE-47CC-A3DB-CD952AD1052A}" dt="2025-09-23T09:44:47.100" v="1081" actId="1076"/>
          <ac:picMkLst>
            <pc:docMk/>
            <pc:sldMk cId="2319320999" sldId="276"/>
            <ac:picMk id="3" creationId="{E802D9FF-6257-CD24-F02A-E50D485AE3CA}"/>
          </ac:picMkLst>
        </pc:picChg>
        <pc:picChg chg="add mod">
          <ac:chgData name="ziyuan he" userId="69e03b9aafb92c57" providerId="LiveId" clId="{6372DE07-3EFE-47CC-A3DB-CD952AD1052A}" dt="2025-09-23T09:48:50.751" v="1137" actId="1076"/>
          <ac:picMkLst>
            <pc:docMk/>
            <pc:sldMk cId="2319320999" sldId="276"/>
            <ac:picMk id="8" creationId="{89769E3B-5580-A807-50E5-D6EDF0CD03E8}"/>
          </ac:picMkLst>
        </pc:picChg>
        <pc:cxnChg chg="add mod">
          <ac:chgData name="ziyuan he" userId="69e03b9aafb92c57" providerId="LiveId" clId="{6372DE07-3EFE-47CC-A3DB-CD952AD1052A}" dt="2025-09-23T09:48:46.961" v="1136" actId="1076"/>
          <ac:cxnSpMkLst>
            <pc:docMk/>
            <pc:sldMk cId="2319320999" sldId="276"/>
            <ac:cxnSpMk id="10" creationId="{33C0F636-553F-2677-FA0A-5876D44E1800}"/>
          </ac:cxnSpMkLst>
        </pc:cxnChg>
        <pc:cxnChg chg="add del mod">
          <ac:chgData name="ziyuan he" userId="69e03b9aafb92c57" providerId="LiveId" clId="{6372DE07-3EFE-47CC-A3DB-CD952AD1052A}" dt="2025-09-23T09:46:53.586" v="1114" actId="11529"/>
          <ac:cxnSpMkLst>
            <pc:docMk/>
            <pc:sldMk cId="2319320999" sldId="276"/>
            <ac:cxnSpMk id="12" creationId="{6F448E23-D7DE-1131-68DA-180CBA209C39}"/>
          </ac:cxnSpMkLst>
        </pc:cxnChg>
        <pc:cxnChg chg="add mod">
          <ac:chgData name="ziyuan he" userId="69e03b9aafb92c57" providerId="LiveId" clId="{6372DE07-3EFE-47CC-A3DB-CD952AD1052A}" dt="2025-09-23T09:48:46.961" v="1136" actId="1076"/>
          <ac:cxnSpMkLst>
            <pc:docMk/>
            <pc:sldMk cId="2319320999" sldId="276"/>
            <ac:cxnSpMk id="13" creationId="{58EB0F3E-CA25-91A9-D4D5-7A3F75038F3C}"/>
          </ac:cxnSpMkLst>
        </pc:cxnChg>
        <pc:cxnChg chg="add mod">
          <ac:chgData name="ziyuan he" userId="69e03b9aafb92c57" providerId="LiveId" clId="{6372DE07-3EFE-47CC-A3DB-CD952AD1052A}" dt="2025-09-23T09:48:46.961" v="1136" actId="1076"/>
          <ac:cxnSpMkLst>
            <pc:docMk/>
            <pc:sldMk cId="2319320999" sldId="276"/>
            <ac:cxnSpMk id="16" creationId="{1EF7CC5A-04F3-D62A-9CF2-ECB626BCAA00}"/>
          </ac:cxnSpMkLst>
        </pc:cxnChg>
        <pc:cxnChg chg="add mod">
          <ac:chgData name="ziyuan he" userId="69e03b9aafb92c57" providerId="LiveId" clId="{6372DE07-3EFE-47CC-A3DB-CD952AD1052A}" dt="2025-09-23T09:48:46.961" v="1136" actId="1076"/>
          <ac:cxnSpMkLst>
            <pc:docMk/>
            <pc:sldMk cId="2319320999" sldId="276"/>
            <ac:cxnSpMk id="19" creationId="{5E2EA16D-EF1C-4F06-AAF8-CDF57245A583}"/>
          </ac:cxnSpMkLst>
        </pc:cxnChg>
        <pc:cxnChg chg="add mod">
          <ac:chgData name="ziyuan he" userId="69e03b9aafb92c57" providerId="LiveId" clId="{6372DE07-3EFE-47CC-A3DB-CD952AD1052A}" dt="2025-09-23T09:48:46.961" v="1136" actId="1076"/>
          <ac:cxnSpMkLst>
            <pc:docMk/>
            <pc:sldMk cId="2319320999" sldId="276"/>
            <ac:cxnSpMk id="22" creationId="{0290C4D6-0657-D5F4-C0E2-B30E22FA1077}"/>
          </ac:cxnSpMkLst>
        </pc:cxnChg>
        <pc:cxnChg chg="add mod">
          <ac:chgData name="ziyuan he" userId="69e03b9aafb92c57" providerId="LiveId" clId="{6372DE07-3EFE-47CC-A3DB-CD952AD1052A}" dt="2025-09-23T09:48:46.961" v="1136" actId="1076"/>
          <ac:cxnSpMkLst>
            <pc:docMk/>
            <pc:sldMk cId="2319320999" sldId="276"/>
            <ac:cxnSpMk id="26" creationId="{CFC9D730-D38A-84B6-2EAE-A2FE27E6B0F6}"/>
          </ac:cxnSpMkLst>
        </pc:cxnChg>
      </pc:sldChg>
      <pc:sldChg chg="addSp modSp new mod modAnim">
        <pc:chgData name="ziyuan he" userId="69e03b9aafb92c57" providerId="LiveId" clId="{6372DE07-3EFE-47CC-A3DB-CD952AD1052A}" dt="2025-09-23T15:02:21.308" v="1908" actId="1076"/>
        <pc:sldMkLst>
          <pc:docMk/>
          <pc:sldMk cId="1242742303" sldId="277"/>
        </pc:sldMkLst>
        <pc:spChg chg="add mod">
          <ac:chgData name="ziyuan he" userId="69e03b9aafb92c57" providerId="LiveId" clId="{6372DE07-3EFE-47CC-A3DB-CD952AD1052A}" dt="2025-09-23T14:57:35.746" v="1340" actId="14100"/>
          <ac:spMkLst>
            <pc:docMk/>
            <pc:sldMk cId="1242742303" sldId="277"/>
            <ac:spMk id="6" creationId="{7E3FFA01-9A7F-D0DD-1F6A-DEB8BE318443}"/>
          </ac:spMkLst>
        </pc:spChg>
        <pc:spChg chg="add mod">
          <ac:chgData name="ziyuan he" userId="69e03b9aafb92c57" providerId="LiveId" clId="{6372DE07-3EFE-47CC-A3DB-CD952AD1052A}" dt="2025-09-23T15:02:21.308" v="1908" actId="1076"/>
          <ac:spMkLst>
            <pc:docMk/>
            <pc:sldMk cId="1242742303" sldId="277"/>
            <ac:spMk id="7" creationId="{B300C801-3CB3-3507-63FD-E5530B7E19C5}"/>
          </ac:spMkLst>
        </pc:spChg>
        <pc:picChg chg="add mod">
          <ac:chgData name="ziyuan he" userId="69e03b9aafb92c57" providerId="LiveId" clId="{6372DE07-3EFE-47CC-A3DB-CD952AD1052A}" dt="2025-09-23T09:53:52.398" v="1238" actId="1076"/>
          <ac:picMkLst>
            <pc:docMk/>
            <pc:sldMk cId="1242742303" sldId="277"/>
            <ac:picMk id="3" creationId="{C3D6AAB5-FE88-9FA0-3718-B8C98EF2E71F}"/>
          </ac:picMkLst>
        </pc:picChg>
        <pc:picChg chg="add mod">
          <ac:chgData name="ziyuan he" userId="69e03b9aafb92c57" providerId="LiveId" clId="{6372DE07-3EFE-47CC-A3DB-CD952AD1052A}" dt="2025-09-23T14:55:12.109" v="1335" actId="14100"/>
          <ac:picMkLst>
            <pc:docMk/>
            <pc:sldMk cId="1242742303" sldId="277"/>
            <ac:picMk id="5" creationId="{CEE950C3-7D44-732A-24A2-9D698A05ED2C}"/>
          </ac:picMkLst>
        </pc:picChg>
      </pc:sldChg>
      <pc:sldChg chg="addSp delSp modSp new del mod">
        <pc:chgData name="ziyuan he" userId="69e03b9aafb92c57" providerId="LiveId" clId="{6372DE07-3EFE-47CC-A3DB-CD952AD1052A}" dt="2025-09-23T14:46:17.132" v="1322" actId="47"/>
        <pc:sldMkLst>
          <pc:docMk/>
          <pc:sldMk cId="1744974577" sldId="278"/>
        </pc:sldMkLst>
        <pc:picChg chg="add del mod">
          <ac:chgData name="ziyuan he" userId="69e03b9aafb92c57" providerId="LiveId" clId="{6372DE07-3EFE-47CC-A3DB-CD952AD1052A}" dt="2025-09-23T14:46:08.741" v="1319" actId="21"/>
          <ac:picMkLst>
            <pc:docMk/>
            <pc:sldMk cId="1744974577" sldId="278"/>
            <ac:picMk id="3" creationId="{E48AABB7-FCAE-EF96-0ECF-8D0AB3F65E01}"/>
          </ac:picMkLst>
        </pc:picChg>
        <pc:inkChg chg="add del">
          <ac:chgData name="ziyuan he" userId="69e03b9aafb92c57" providerId="LiveId" clId="{6372DE07-3EFE-47CC-A3DB-CD952AD1052A}" dt="2025-09-23T14:46:04.053" v="1318" actId="9405"/>
          <ac:inkMkLst>
            <pc:docMk/>
            <pc:sldMk cId="1744974577" sldId="278"/>
            <ac:inkMk id="4" creationId="{9601F90A-4328-E85F-3999-798756FB8402}"/>
          </ac:inkMkLst>
        </pc:inkChg>
      </pc:sldChg>
      <pc:sldChg chg="modSp new mod">
        <pc:chgData name="ziyuan he" userId="69e03b9aafb92c57" providerId="LiveId" clId="{6372DE07-3EFE-47CC-A3DB-CD952AD1052A}" dt="2025-09-23T16:48:11.196" v="1960" actId="20577"/>
        <pc:sldMkLst>
          <pc:docMk/>
          <pc:sldMk cId="1843586488" sldId="279"/>
        </pc:sldMkLst>
        <pc:spChg chg="mod">
          <ac:chgData name="ziyuan he" userId="69e03b9aafb92c57" providerId="LiveId" clId="{6372DE07-3EFE-47CC-A3DB-CD952AD1052A}" dt="2025-09-23T16:48:11.196" v="1960" actId="20577"/>
          <ac:spMkLst>
            <pc:docMk/>
            <pc:sldMk cId="1843586488" sldId="279"/>
            <ac:spMk id="2" creationId="{D4B5206A-45B8-A2B3-09EF-A3F7A1E201D3}"/>
          </ac:spMkLst>
        </pc:spChg>
      </pc:sldChg>
      <pc:sldChg chg="addSp new del mod">
        <pc:chgData name="ziyuan he" userId="69e03b9aafb92c57" providerId="LiveId" clId="{6372DE07-3EFE-47CC-A3DB-CD952AD1052A}" dt="2025-09-23T14:46:27.240" v="1325" actId="47"/>
        <pc:sldMkLst>
          <pc:docMk/>
          <pc:sldMk cId="4282691162" sldId="280"/>
        </pc:sldMkLst>
        <pc:picChg chg="add">
          <ac:chgData name="ziyuan he" userId="69e03b9aafb92c57" providerId="LiveId" clId="{6372DE07-3EFE-47CC-A3DB-CD952AD1052A}" dt="2025-09-23T10:01:27.479" v="1306" actId="22"/>
          <ac:picMkLst>
            <pc:docMk/>
            <pc:sldMk cId="4282691162" sldId="280"/>
            <ac:picMk id="3" creationId="{F3862B15-AA24-136F-3557-EC5D1934A80D}"/>
          </ac:picMkLst>
        </pc:picChg>
      </pc:sldChg>
      <pc:sldChg chg="addSp modSp new mod ord">
        <pc:chgData name="ziyuan he" userId="69e03b9aafb92c57" providerId="LiveId" clId="{6372DE07-3EFE-47CC-A3DB-CD952AD1052A}" dt="2025-09-23T14:46:24.007" v="1324"/>
        <pc:sldMkLst>
          <pc:docMk/>
          <pc:sldMk cId="4142950545" sldId="281"/>
        </pc:sldMkLst>
        <pc:picChg chg="add mod">
          <ac:chgData name="ziyuan he" userId="69e03b9aafb92c57" providerId="LiveId" clId="{6372DE07-3EFE-47CC-A3DB-CD952AD1052A}" dt="2025-09-23T14:39:03.653" v="1310" actId="1076"/>
          <ac:picMkLst>
            <pc:docMk/>
            <pc:sldMk cId="4142950545" sldId="281"/>
            <ac:picMk id="3" creationId="{FF3292E0-A2DD-739E-7152-B223E074033F}"/>
          </ac:picMkLst>
        </pc:picChg>
        <pc:picChg chg="add mod">
          <ac:chgData name="ziyuan he" userId="69e03b9aafb92c57" providerId="LiveId" clId="{6372DE07-3EFE-47CC-A3DB-CD952AD1052A}" dt="2025-09-23T14:46:15.726" v="1321" actId="1076"/>
          <ac:picMkLst>
            <pc:docMk/>
            <pc:sldMk cId="4142950545" sldId="281"/>
            <ac:picMk id="5" creationId="{E48AABB7-FCAE-EF96-0ECF-8D0AB3F65E01}"/>
          </ac:picMkLst>
        </pc:picChg>
        <pc:inkChg chg="add">
          <ac:chgData name="ziyuan he" userId="69e03b9aafb92c57" providerId="LiveId" clId="{6372DE07-3EFE-47CC-A3DB-CD952AD1052A}" dt="2025-09-23T14:42:35.434" v="1316" actId="9405"/>
          <ac:inkMkLst>
            <pc:docMk/>
            <pc:sldMk cId="4142950545" sldId="281"/>
            <ac:inkMk id="4" creationId="{1650A6C7-0BC4-6B0D-C24A-3088FCB649F0}"/>
          </ac:inkMkLst>
        </pc:inkChg>
      </pc:sldChg>
      <pc:sldChg chg="modSp add mod ord">
        <pc:chgData name="ziyuan he" userId="69e03b9aafb92c57" providerId="LiveId" clId="{6372DE07-3EFE-47CC-A3DB-CD952AD1052A}" dt="2025-09-23T15:51:30.263" v="1944" actId="20577"/>
        <pc:sldMkLst>
          <pc:docMk/>
          <pc:sldMk cId="2708043247" sldId="282"/>
        </pc:sldMkLst>
        <pc:spChg chg="mod">
          <ac:chgData name="ziyuan he" userId="69e03b9aafb92c57" providerId="LiveId" clId="{6372DE07-3EFE-47CC-A3DB-CD952AD1052A}" dt="2025-09-23T15:51:30.263" v="1944" actId="20577"/>
          <ac:spMkLst>
            <pc:docMk/>
            <pc:sldMk cId="2708043247" sldId="282"/>
            <ac:spMk id="2" creationId="{FB6AA8A1-6F45-45E4-9037-E8EDFAADAA95}"/>
          </ac:spMkLst>
        </pc:spChg>
      </pc:sldChg>
      <pc:sldChg chg="addSp modSp new mod">
        <pc:chgData name="ziyuan he" userId="69e03b9aafb92c57" providerId="LiveId" clId="{6372DE07-3EFE-47CC-A3DB-CD952AD1052A}" dt="2025-09-23T16:02:38.210" v="1948" actId="1076"/>
        <pc:sldMkLst>
          <pc:docMk/>
          <pc:sldMk cId="2439132910" sldId="283"/>
        </pc:sldMkLst>
        <pc:picChg chg="add mod">
          <ac:chgData name="ziyuan he" userId="69e03b9aafb92c57" providerId="LiveId" clId="{6372DE07-3EFE-47CC-A3DB-CD952AD1052A}" dt="2025-09-23T16:02:38.210" v="1948" actId="1076"/>
          <ac:picMkLst>
            <pc:docMk/>
            <pc:sldMk cId="2439132910" sldId="283"/>
            <ac:picMk id="3" creationId="{EC2905EC-0F01-532B-D0FF-F34356C1BF12}"/>
          </ac:picMkLst>
        </pc:picChg>
      </pc:sldChg>
      <pc:sldChg chg="addSp delSp new del mod">
        <pc:chgData name="ziyuan he" userId="69e03b9aafb92c57" providerId="LiveId" clId="{6372DE07-3EFE-47CC-A3DB-CD952AD1052A}" dt="2025-09-23T17:01:24.878" v="2308" actId="47"/>
        <pc:sldMkLst>
          <pc:docMk/>
          <pc:sldMk cId="1308638609" sldId="284"/>
        </pc:sldMkLst>
        <pc:picChg chg="add del">
          <ac:chgData name="ziyuan he" userId="69e03b9aafb92c57" providerId="LiveId" clId="{6372DE07-3EFE-47CC-A3DB-CD952AD1052A}" dt="2025-09-23T16:48:00.918" v="1953" actId="22"/>
          <ac:picMkLst>
            <pc:docMk/>
            <pc:sldMk cId="1308638609" sldId="284"/>
            <ac:picMk id="3" creationId="{D9A0A99D-6305-6776-24D7-3C640CBBD0BD}"/>
          </ac:picMkLst>
        </pc:picChg>
      </pc:sldChg>
      <pc:sldChg chg="addSp modSp new mod">
        <pc:chgData name="ziyuan he" userId="69e03b9aafb92c57" providerId="LiveId" clId="{6372DE07-3EFE-47CC-A3DB-CD952AD1052A}" dt="2025-09-23T17:00:46.865" v="2306" actId="1076"/>
        <pc:sldMkLst>
          <pc:docMk/>
          <pc:sldMk cId="4255743654" sldId="285"/>
        </pc:sldMkLst>
        <pc:spChg chg="add mod">
          <ac:chgData name="ziyuan he" userId="69e03b9aafb92c57" providerId="LiveId" clId="{6372DE07-3EFE-47CC-A3DB-CD952AD1052A}" dt="2025-09-23T17:00:46.865" v="2306" actId="1076"/>
          <ac:spMkLst>
            <pc:docMk/>
            <pc:sldMk cId="4255743654" sldId="285"/>
            <ac:spMk id="4" creationId="{94398A0E-74B8-6A4B-B18B-8E8A1395D256}"/>
          </ac:spMkLst>
        </pc:spChg>
        <pc:picChg chg="add mod">
          <ac:chgData name="ziyuan he" userId="69e03b9aafb92c57" providerId="LiveId" clId="{6372DE07-3EFE-47CC-A3DB-CD952AD1052A}" dt="2025-09-23T16:58:32.047" v="2222" actId="1076"/>
          <ac:picMkLst>
            <pc:docMk/>
            <pc:sldMk cId="4255743654" sldId="285"/>
            <ac:picMk id="3" creationId="{5DBAF57B-F5F3-626F-823C-4AFF29A49726}"/>
          </ac:picMkLst>
        </pc:picChg>
      </pc:sldChg>
      <pc:sldChg chg="addSp modSp new mod">
        <pc:chgData name="ziyuan he" userId="69e03b9aafb92c57" providerId="LiveId" clId="{6372DE07-3EFE-47CC-A3DB-CD952AD1052A}" dt="2025-09-23T16:51:13.241" v="2092" actId="20577"/>
        <pc:sldMkLst>
          <pc:docMk/>
          <pc:sldMk cId="3240741810" sldId="286"/>
        </pc:sldMkLst>
        <pc:spChg chg="add mod">
          <ac:chgData name="ziyuan he" userId="69e03b9aafb92c57" providerId="LiveId" clId="{6372DE07-3EFE-47CC-A3DB-CD952AD1052A}" dt="2025-09-23T16:49:46.109" v="1969" actId="13822"/>
          <ac:spMkLst>
            <pc:docMk/>
            <pc:sldMk cId="3240741810" sldId="286"/>
            <ac:spMk id="4" creationId="{4E6170F2-1CCC-E596-A97A-9F2D1327CC5E}"/>
          </ac:spMkLst>
        </pc:spChg>
        <pc:spChg chg="add mod">
          <ac:chgData name="ziyuan he" userId="69e03b9aafb92c57" providerId="LiveId" clId="{6372DE07-3EFE-47CC-A3DB-CD952AD1052A}" dt="2025-09-23T16:50:13.021" v="1976" actId="1076"/>
          <ac:spMkLst>
            <pc:docMk/>
            <pc:sldMk cId="3240741810" sldId="286"/>
            <ac:spMk id="5" creationId="{21355044-48DE-139A-5001-547FD6F6D693}"/>
          </ac:spMkLst>
        </pc:spChg>
        <pc:spChg chg="add mod">
          <ac:chgData name="ziyuan he" userId="69e03b9aafb92c57" providerId="LiveId" clId="{6372DE07-3EFE-47CC-A3DB-CD952AD1052A}" dt="2025-09-23T16:50:16.878" v="1977" actId="14100"/>
          <ac:spMkLst>
            <pc:docMk/>
            <pc:sldMk cId="3240741810" sldId="286"/>
            <ac:spMk id="6" creationId="{5D3F24F2-134F-06D6-D22D-73D640F8BFA7}"/>
          </ac:spMkLst>
        </pc:spChg>
        <pc:spChg chg="add mod">
          <ac:chgData name="ziyuan he" userId="69e03b9aafb92c57" providerId="LiveId" clId="{6372DE07-3EFE-47CC-A3DB-CD952AD1052A}" dt="2025-09-23T16:50:43.703" v="2044" actId="1076"/>
          <ac:spMkLst>
            <pc:docMk/>
            <pc:sldMk cId="3240741810" sldId="286"/>
            <ac:spMk id="7" creationId="{D13EDE7F-5DF3-965D-FCA1-29AACE8F2A9B}"/>
          </ac:spMkLst>
        </pc:spChg>
        <pc:spChg chg="add mod">
          <ac:chgData name="ziyuan he" userId="69e03b9aafb92c57" providerId="LiveId" clId="{6372DE07-3EFE-47CC-A3DB-CD952AD1052A}" dt="2025-09-23T16:50:53.143" v="2048"/>
          <ac:spMkLst>
            <pc:docMk/>
            <pc:sldMk cId="3240741810" sldId="286"/>
            <ac:spMk id="8" creationId="{CC5E061B-D7ED-1FF6-B14F-7F272C08D066}"/>
          </ac:spMkLst>
        </pc:spChg>
        <pc:spChg chg="add mod">
          <ac:chgData name="ziyuan he" userId="69e03b9aafb92c57" providerId="LiveId" clId="{6372DE07-3EFE-47CC-A3DB-CD952AD1052A}" dt="2025-09-23T16:51:13.241" v="2092" actId="20577"/>
          <ac:spMkLst>
            <pc:docMk/>
            <pc:sldMk cId="3240741810" sldId="286"/>
            <ac:spMk id="9" creationId="{C5027E59-28D7-5073-8147-97C5F94118AC}"/>
          </ac:spMkLst>
        </pc:spChg>
        <pc:picChg chg="add mod">
          <ac:chgData name="ziyuan he" userId="69e03b9aafb92c57" providerId="LiveId" clId="{6372DE07-3EFE-47CC-A3DB-CD952AD1052A}" dt="2025-09-23T16:49:36.506" v="1967" actId="1076"/>
          <ac:picMkLst>
            <pc:docMk/>
            <pc:sldMk cId="3240741810" sldId="286"/>
            <ac:picMk id="3" creationId="{188CAE25-194E-D918-9DB9-A27A97A47E40}"/>
          </ac:picMkLst>
        </pc:picChg>
      </pc:sldChg>
      <pc:sldChg chg="addSp delSp modSp new mod">
        <pc:chgData name="ziyuan he" userId="69e03b9aafb92c57" providerId="LiveId" clId="{6372DE07-3EFE-47CC-A3DB-CD952AD1052A}" dt="2025-09-23T16:58:03.393" v="2221"/>
        <pc:sldMkLst>
          <pc:docMk/>
          <pc:sldMk cId="2020517994" sldId="287"/>
        </pc:sldMkLst>
        <pc:spChg chg="mod">
          <ac:chgData name="ziyuan he" userId="69e03b9aafb92c57" providerId="LiveId" clId="{6372DE07-3EFE-47CC-A3DB-CD952AD1052A}" dt="2025-09-23T16:57:06.999" v="2196" actId="20577"/>
          <ac:spMkLst>
            <pc:docMk/>
            <pc:sldMk cId="2020517994" sldId="287"/>
            <ac:spMk id="2" creationId="{FC355357-0009-B269-31EA-29B27782B572}"/>
          </ac:spMkLst>
        </pc:spChg>
        <pc:spChg chg="del">
          <ac:chgData name="ziyuan he" userId="69e03b9aafb92c57" providerId="LiveId" clId="{6372DE07-3EFE-47CC-A3DB-CD952AD1052A}" dt="2025-09-23T16:52:53.418" v="2132" actId="22"/>
          <ac:spMkLst>
            <pc:docMk/>
            <pc:sldMk cId="2020517994" sldId="287"/>
            <ac:spMk id="3" creationId="{B8215A74-EDC4-D4D1-87B2-9134CB133130}"/>
          </ac:spMkLst>
        </pc:spChg>
        <pc:spChg chg="add del mod">
          <ac:chgData name="ziyuan he" userId="69e03b9aafb92c57" providerId="LiveId" clId="{6372DE07-3EFE-47CC-A3DB-CD952AD1052A}" dt="2025-09-23T16:56:29.807" v="2136"/>
          <ac:spMkLst>
            <pc:docMk/>
            <pc:sldMk cId="2020517994" sldId="287"/>
            <ac:spMk id="6" creationId="{C57DD23B-3CD7-8C87-CC94-F8972FFF6B81}"/>
          </ac:spMkLst>
        </pc:spChg>
        <pc:spChg chg="add mod">
          <ac:chgData name="ziyuan he" userId="69e03b9aafb92c57" providerId="LiveId" clId="{6372DE07-3EFE-47CC-A3DB-CD952AD1052A}" dt="2025-09-23T16:56:51.338" v="2159" actId="1076"/>
          <ac:spMkLst>
            <pc:docMk/>
            <pc:sldMk cId="2020517994" sldId="287"/>
            <ac:spMk id="7" creationId="{3FFBC551-7F28-6392-5581-A2D2CB12B943}"/>
          </ac:spMkLst>
        </pc:spChg>
        <pc:spChg chg="add del mod">
          <ac:chgData name="ziyuan he" userId="69e03b9aafb92c57" providerId="LiveId" clId="{6372DE07-3EFE-47CC-A3DB-CD952AD1052A}" dt="2025-09-23T16:58:03.393" v="2221"/>
          <ac:spMkLst>
            <pc:docMk/>
            <pc:sldMk cId="2020517994" sldId="287"/>
            <ac:spMk id="8" creationId="{C4303CEC-0F34-4A25-A28C-923E949756AC}"/>
          </ac:spMkLst>
        </pc:spChg>
        <pc:spChg chg="add mod">
          <ac:chgData name="ziyuan he" userId="69e03b9aafb92c57" providerId="LiveId" clId="{6372DE07-3EFE-47CC-A3DB-CD952AD1052A}" dt="2025-09-23T16:58:02.284" v="2219" actId="20577"/>
          <ac:spMkLst>
            <pc:docMk/>
            <pc:sldMk cId="2020517994" sldId="287"/>
            <ac:spMk id="11" creationId="{49AC6AD1-AA09-25CF-5380-75765454234C}"/>
          </ac:spMkLst>
        </pc:spChg>
        <pc:picChg chg="add mod ord">
          <ac:chgData name="ziyuan he" userId="69e03b9aafb92c57" providerId="LiveId" clId="{6372DE07-3EFE-47CC-A3DB-CD952AD1052A}" dt="2025-09-23T16:52:57.788" v="2133" actId="1076"/>
          <ac:picMkLst>
            <pc:docMk/>
            <pc:sldMk cId="2020517994" sldId="287"/>
            <ac:picMk id="5" creationId="{DCCA2F6A-6553-B3A0-699B-C430A20B7D2A}"/>
          </ac:picMkLst>
        </pc:picChg>
        <pc:picChg chg="add mod">
          <ac:chgData name="ziyuan he" userId="69e03b9aafb92c57" providerId="LiveId" clId="{6372DE07-3EFE-47CC-A3DB-CD952AD1052A}" dt="2025-09-23T16:57:49.212" v="2202" actId="1076"/>
          <ac:picMkLst>
            <pc:docMk/>
            <pc:sldMk cId="2020517994" sldId="287"/>
            <ac:picMk id="10" creationId="{39CFA228-E9F4-F214-4AEE-FFFDF41CA3F4}"/>
          </ac:picMkLst>
        </pc:picChg>
      </pc:sldChg>
      <pc:sldChg chg="new del">
        <pc:chgData name="ziyuan he" userId="69e03b9aafb92c57" providerId="LiveId" clId="{6372DE07-3EFE-47CC-A3DB-CD952AD1052A}" dt="2025-09-23T17:01:30.844" v="2309" actId="47"/>
        <pc:sldMkLst>
          <pc:docMk/>
          <pc:sldMk cId="664617687" sldId="288"/>
        </pc:sldMkLst>
      </pc:sldChg>
      <pc:sldChg chg="addSp modSp new mod">
        <pc:chgData name="ziyuan he" userId="69e03b9aafb92c57" providerId="LiveId" clId="{6372DE07-3EFE-47CC-A3DB-CD952AD1052A}" dt="2025-09-24T09:24:14.601" v="2312" actId="1076"/>
        <pc:sldMkLst>
          <pc:docMk/>
          <pc:sldMk cId="2588677060" sldId="288"/>
        </pc:sldMkLst>
        <pc:picChg chg="add mod">
          <ac:chgData name="ziyuan he" userId="69e03b9aafb92c57" providerId="LiveId" clId="{6372DE07-3EFE-47CC-A3DB-CD952AD1052A}" dt="2025-09-24T09:24:14.601" v="2312" actId="1076"/>
          <ac:picMkLst>
            <pc:docMk/>
            <pc:sldMk cId="2588677060" sldId="288"/>
            <ac:picMk id="3" creationId="{69D72EA0-CA0B-762D-B8AE-66528ACC3FF8}"/>
          </ac:picMkLst>
        </pc:picChg>
      </pc:sldChg>
      <pc:sldChg chg="addSp modSp new mod">
        <pc:chgData name="ziyuan he" userId="69e03b9aafb92c57" providerId="LiveId" clId="{6372DE07-3EFE-47CC-A3DB-CD952AD1052A}" dt="2025-09-24T09:37:09.493" v="2319" actId="1076"/>
        <pc:sldMkLst>
          <pc:docMk/>
          <pc:sldMk cId="4041182324" sldId="289"/>
        </pc:sldMkLst>
        <pc:picChg chg="add mod">
          <ac:chgData name="ziyuan he" userId="69e03b9aafb92c57" providerId="LiveId" clId="{6372DE07-3EFE-47CC-A3DB-CD952AD1052A}" dt="2025-09-24T09:36:52.994" v="2317" actId="1076"/>
          <ac:picMkLst>
            <pc:docMk/>
            <pc:sldMk cId="4041182324" sldId="289"/>
            <ac:picMk id="3" creationId="{0AA14307-E983-F4DD-F91E-D8C3ABA6F9A3}"/>
          </ac:picMkLst>
        </pc:picChg>
        <pc:picChg chg="add mod">
          <ac:chgData name="ziyuan he" userId="69e03b9aafb92c57" providerId="LiveId" clId="{6372DE07-3EFE-47CC-A3DB-CD952AD1052A}" dt="2025-09-24T09:37:09.493" v="2319" actId="1076"/>
          <ac:picMkLst>
            <pc:docMk/>
            <pc:sldMk cId="4041182324" sldId="289"/>
            <ac:picMk id="5" creationId="{AB5E894D-0981-A32E-2EA6-C2A47C186883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3T14:42:35.4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156 1 24575,'-8'0'0,"0"0"0,0 1 0,1 0 0,-1 0 0,0 0 0,1 1 0,-1 0 0,1 1 0,0 0 0,0 0 0,-9 6 0,11-5 0,0 1 0,0 0 0,1 0 0,0 0 0,0 0 0,0 1 0,1 0 0,-1-1 0,2 1 0,-1 1 0,0-1 0,1 0 0,1 1 0,-3 8 0,3-8 0,0 1 0,0 0 0,1 0 0,0 0 0,2 14 0,-2-20 0,0 0 0,0 0 0,0 0 0,1 0 0,-1 0 0,1 0 0,-1-1 0,1 1 0,0 0 0,0 0 0,-1 0 0,1-1 0,0 1 0,1-1 0,-1 1 0,0-1 0,0 1 0,1-1 0,-1 1 0,1-1 0,-1 0 0,1 0 0,0 0 0,-1 0 0,1 0 0,0 0 0,0 0 0,-1-1 0,3 1 0,-3-1 0,1 0 0,-1 0 0,0 0 0,0-1 0,0 1 0,0-1 0,1 1 0,-1 0 0,0-1 0,0 0 0,0 1 0,0-1 0,0 0 0,0 1 0,0-1 0,-1 0 0,1 0 0,0 0 0,0 0 0,0 0 0,-1 0 0,1 0 0,0-1 0,15-32 0,-12 23 0,28-71 0,-28 71 0,0 1 0,1 1 0,1-1 0,0 1 0,9-12 0,-15 21 0,12 33 0,-12-20 0,7 98 0,-5-105-195,-1-1 0,1 1 0,-1-1 0,1 1 0,1-1 0,5 10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79173-1B42-4AAD-9E95-E688D71FDFB5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281164-52D5-4DBE-BB54-CD5ABCCA96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310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419EF-CAE4-41BB-B7A4-163D29AA21F8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A24B-0DDF-437D-A470-CEEAA1896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6293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419EF-CAE4-41BB-B7A4-163D29AA21F8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A24B-0DDF-437D-A470-CEEAA1896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0491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419EF-CAE4-41BB-B7A4-163D29AA21F8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A24B-0DDF-437D-A470-CEEAA1896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4887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419EF-CAE4-41BB-B7A4-163D29AA21F8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A24B-0DDF-437D-A470-CEEAA1896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6716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419EF-CAE4-41BB-B7A4-163D29AA21F8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A24B-0DDF-437D-A470-CEEAA1896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68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419EF-CAE4-41BB-B7A4-163D29AA21F8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A24B-0DDF-437D-A470-CEEAA1896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963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419EF-CAE4-41BB-B7A4-163D29AA21F8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A24B-0DDF-437D-A470-CEEAA1896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5912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419EF-CAE4-41BB-B7A4-163D29AA21F8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A24B-0DDF-437D-A470-CEEAA1896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896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419EF-CAE4-41BB-B7A4-163D29AA21F8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A24B-0DDF-437D-A470-CEEAA1896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796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419EF-CAE4-41BB-B7A4-163D29AA21F8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A24B-0DDF-437D-A470-CEEAA1896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211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419EF-CAE4-41BB-B7A4-163D29AA21F8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A24B-0DDF-437D-A470-CEEAA1896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037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419EF-CAE4-41BB-B7A4-163D29AA21F8}" type="datetimeFigureOut">
              <a:rPr lang="zh-CN" altLang="en-US" smtClean="0"/>
              <a:t>2025/9/22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A7A24B-0DDF-437D-A470-CEEAA1896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42550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BCD4E6-9D58-479E-8566-547B3704B9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ICS seminar 0x2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122DD7D-3556-145D-D550-8CC6BD472A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1435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6A5251-35CC-63EA-4E84-BD4C7AB76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讨论题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FC3E64-84C1-2E60-F832-94915C86AC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393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C5870F7-FA7F-C541-A9DC-BBEBEF375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456" y="466757"/>
            <a:ext cx="7173088" cy="296224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ECCC4CE-6756-C9E3-F9D8-9FE8C8A07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9456" y="3429000"/>
            <a:ext cx="7173088" cy="3141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504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E864F129-2BD8-C971-8332-8099CC171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123" y="3429000"/>
            <a:ext cx="7681754" cy="306593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9549191-ECF2-D378-FA8B-796F09D29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5123" y="321934"/>
            <a:ext cx="7681754" cy="310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84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1AD49FE-2C48-DA5D-B7D1-36DED1FBE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389" y="519116"/>
            <a:ext cx="7765221" cy="5819767"/>
          </a:xfrm>
          <a:prstGeom prst="rect">
            <a:avLst/>
          </a:prstGeom>
        </p:spPr>
      </p:pic>
      <p:sp>
        <p:nvSpPr>
          <p:cNvPr id="4" name="椭圆 3">
            <a:extLst>
              <a:ext uri="{FF2B5EF4-FFF2-40B4-BE49-F238E27FC236}">
                <a16:creationId xmlns:a16="http://schemas.microsoft.com/office/drawing/2014/main" id="{717593D5-AEC7-310C-E1E0-0DE9953EAC7B}"/>
              </a:ext>
            </a:extLst>
          </p:cNvPr>
          <p:cNvSpPr/>
          <p:nvPr/>
        </p:nvSpPr>
        <p:spPr>
          <a:xfrm>
            <a:off x="4283901" y="4096011"/>
            <a:ext cx="444674" cy="21920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4698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2EC1835-1508-67A7-05EE-1B29EF8DA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775" y="0"/>
            <a:ext cx="91684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934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90CFC8C-A545-A009-FF33-437F88F240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3843" y="0"/>
            <a:ext cx="91243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624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58D212-C566-6329-6BEA-DE357F175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CCF4780-8C13-2B94-50C7-C9BC114F8C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9307" y="293979"/>
            <a:ext cx="10515600" cy="404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550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992B9A-967B-2C12-023E-841DD0B90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复习：寄存器命名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58C425-595B-A133-961A-411FA0D99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3218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EF5FC41-B51D-692B-A590-D6D7306265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946850"/>
              </p:ext>
            </p:extLst>
          </p:nvPr>
        </p:nvGraphicFramePr>
        <p:xfrm>
          <a:off x="2032000" y="719666"/>
          <a:ext cx="81280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85945624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0632239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94508535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3131344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152294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备注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8722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%</a:t>
                      </a:r>
                      <a:r>
                        <a:rPr lang="en-US" altLang="zh-CN" dirty="0" err="1"/>
                        <a:t>rax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返回值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795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%</a:t>
                      </a:r>
                      <a:r>
                        <a:rPr lang="en-US" altLang="zh-CN" dirty="0" err="1"/>
                        <a:t>rbx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622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%</a:t>
                      </a:r>
                      <a:r>
                        <a:rPr lang="en-US" altLang="zh-CN" dirty="0" err="1"/>
                        <a:t>rcx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第</a:t>
                      </a:r>
                      <a:r>
                        <a:rPr lang="en-US" altLang="zh-CN" dirty="0"/>
                        <a:t>     </a:t>
                      </a:r>
                      <a:r>
                        <a:rPr lang="zh-CN" altLang="en-US" dirty="0"/>
                        <a:t>参数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241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%</a:t>
                      </a:r>
                      <a:r>
                        <a:rPr lang="en-US" altLang="zh-CN" dirty="0" err="1"/>
                        <a:t>rdx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第</a:t>
                      </a:r>
                      <a:r>
                        <a:rPr lang="en-US" altLang="zh-CN" dirty="0"/>
                        <a:t>     </a:t>
                      </a:r>
                      <a:r>
                        <a:rPr lang="zh-CN" altLang="en-US" dirty="0"/>
                        <a:t>参数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1554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%</a:t>
                      </a:r>
                      <a:r>
                        <a:rPr lang="en-US" altLang="zh-CN" dirty="0" err="1"/>
                        <a:t>rsi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第</a:t>
                      </a:r>
                      <a:r>
                        <a:rPr lang="en-US" altLang="zh-CN" dirty="0"/>
                        <a:t>     </a:t>
                      </a:r>
                      <a:r>
                        <a:rPr lang="zh-CN" altLang="en-US" dirty="0"/>
                        <a:t>参数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991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%</a:t>
                      </a:r>
                      <a:r>
                        <a:rPr lang="en-US" altLang="zh-CN" dirty="0" err="1"/>
                        <a:t>rdi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第</a:t>
                      </a:r>
                      <a:r>
                        <a:rPr lang="en-US" altLang="zh-CN" dirty="0"/>
                        <a:t>     </a:t>
                      </a:r>
                      <a:r>
                        <a:rPr lang="zh-CN" altLang="en-US" dirty="0"/>
                        <a:t>参数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677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%</a:t>
                      </a:r>
                      <a:r>
                        <a:rPr lang="en-US" altLang="zh-CN" dirty="0" err="1"/>
                        <a:t>rsp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706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%</a:t>
                      </a:r>
                      <a:r>
                        <a:rPr lang="en-US" altLang="zh-CN" dirty="0" err="1"/>
                        <a:t>rbp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901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%r&lt;num&gt;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168165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1948D2AD-330D-0502-A079-2488096641FB}"/>
              </a:ext>
            </a:extLst>
          </p:cNvPr>
          <p:cNvSpPr txBox="1"/>
          <p:nvPr/>
        </p:nvSpPr>
        <p:spPr>
          <a:xfrm>
            <a:off x="4096011" y="1096027"/>
            <a:ext cx="673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%</a:t>
            </a:r>
            <a:r>
              <a:rPr lang="en-US" altLang="zh-CN" dirty="0" err="1">
                <a:solidFill>
                  <a:schemeClr val="bg1"/>
                </a:solidFill>
              </a:rPr>
              <a:t>eax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27D68B0-3C7A-DADF-ED36-76A48EFAFC4B}"/>
              </a:ext>
            </a:extLst>
          </p:cNvPr>
          <p:cNvSpPr txBox="1"/>
          <p:nvPr/>
        </p:nvSpPr>
        <p:spPr>
          <a:xfrm>
            <a:off x="4096011" y="1465359"/>
            <a:ext cx="681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%</a:t>
            </a:r>
            <a:r>
              <a:rPr lang="en-US" altLang="zh-CN" dirty="0" err="1">
                <a:solidFill>
                  <a:schemeClr val="bg1"/>
                </a:solidFill>
              </a:rPr>
              <a:t>ebx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AA3C65-4BC0-997F-F4BB-73BCA83E403E}"/>
              </a:ext>
            </a:extLst>
          </p:cNvPr>
          <p:cNvSpPr txBox="1"/>
          <p:nvPr/>
        </p:nvSpPr>
        <p:spPr>
          <a:xfrm>
            <a:off x="4096010" y="1834691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%</a:t>
            </a:r>
            <a:r>
              <a:rPr lang="en-US" altLang="zh-CN" dirty="0" err="1">
                <a:solidFill>
                  <a:schemeClr val="bg1"/>
                </a:solidFill>
              </a:rPr>
              <a:t>ecx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100D74A-A70A-9318-9346-31C601F7DDAD}"/>
              </a:ext>
            </a:extLst>
          </p:cNvPr>
          <p:cNvSpPr txBox="1"/>
          <p:nvPr/>
        </p:nvSpPr>
        <p:spPr>
          <a:xfrm>
            <a:off x="4096009" y="2204023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%</a:t>
            </a:r>
            <a:r>
              <a:rPr lang="en-US" altLang="zh-CN" dirty="0" err="1">
                <a:solidFill>
                  <a:schemeClr val="bg1"/>
                </a:solidFill>
              </a:rPr>
              <a:t>edx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3FD8893-36E6-4581-ABB9-6A9A8046FBBD}"/>
              </a:ext>
            </a:extLst>
          </p:cNvPr>
          <p:cNvSpPr txBox="1"/>
          <p:nvPr/>
        </p:nvSpPr>
        <p:spPr>
          <a:xfrm>
            <a:off x="5817173" y="1096027"/>
            <a:ext cx="557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%ax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45CF768-475D-A705-E9CE-EE424279A2CC}"/>
              </a:ext>
            </a:extLst>
          </p:cNvPr>
          <p:cNvSpPr txBox="1"/>
          <p:nvPr/>
        </p:nvSpPr>
        <p:spPr>
          <a:xfrm>
            <a:off x="5817173" y="1465359"/>
            <a:ext cx="566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%bx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707E6D0-DD42-1E7D-58A2-B43C04BADFB7}"/>
              </a:ext>
            </a:extLst>
          </p:cNvPr>
          <p:cNvSpPr txBox="1"/>
          <p:nvPr/>
        </p:nvSpPr>
        <p:spPr>
          <a:xfrm>
            <a:off x="5817173" y="1834691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%cx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0B07217-DC11-CC97-A6A8-A989D77D22B8}"/>
              </a:ext>
            </a:extLst>
          </p:cNvPr>
          <p:cNvSpPr txBox="1"/>
          <p:nvPr/>
        </p:nvSpPr>
        <p:spPr>
          <a:xfrm>
            <a:off x="5814478" y="2204023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%dx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5F1FF00-1CBA-5272-D0C3-D4014BA674FB}"/>
              </a:ext>
            </a:extLst>
          </p:cNvPr>
          <p:cNvSpPr txBox="1"/>
          <p:nvPr/>
        </p:nvSpPr>
        <p:spPr>
          <a:xfrm>
            <a:off x="7414198" y="1096027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%al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6035F59-E3F2-EBF9-752A-F9F9A7B0D919}"/>
              </a:ext>
            </a:extLst>
          </p:cNvPr>
          <p:cNvSpPr txBox="1"/>
          <p:nvPr/>
        </p:nvSpPr>
        <p:spPr>
          <a:xfrm>
            <a:off x="7414198" y="1465359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%bl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572DBD2-128D-1E5B-334B-F6C0AAD8F7C6}"/>
              </a:ext>
            </a:extLst>
          </p:cNvPr>
          <p:cNvSpPr txBox="1"/>
          <p:nvPr/>
        </p:nvSpPr>
        <p:spPr>
          <a:xfrm>
            <a:off x="7414198" y="1834691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%cl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81EBF58-BDCD-5647-26B9-195C4B543AA8}"/>
              </a:ext>
            </a:extLst>
          </p:cNvPr>
          <p:cNvSpPr txBox="1"/>
          <p:nvPr/>
        </p:nvSpPr>
        <p:spPr>
          <a:xfrm>
            <a:off x="7422920" y="2204023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%dl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3B9429F-916F-D101-C8B1-CD4183EB876E}"/>
              </a:ext>
            </a:extLst>
          </p:cNvPr>
          <p:cNvSpPr txBox="1"/>
          <p:nvPr/>
        </p:nvSpPr>
        <p:spPr>
          <a:xfrm>
            <a:off x="4096009" y="2580384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%</a:t>
            </a:r>
            <a:r>
              <a:rPr lang="en-US" altLang="zh-CN" dirty="0" err="1">
                <a:solidFill>
                  <a:schemeClr val="bg1"/>
                </a:solidFill>
              </a:rPr>
              <a:t>esi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0D50466-A62A-D709-34CC-85DE8E7ECDC2}"/>
              </a:ext>
            </a:extLst>
          </p:cNvPr>
          <p:cNvSpPr txBox="1"/>
          <p:nvPr/>
        </p:nvSpPr>
        <p:spPr>
          <a:xfrm>
            <a:off x="4096009" y="2956745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%</a:t>
            </a:r>
            <a:r>
              <a:rPr lang="en-US" altLang="zh-CN" dirty="0" err="1">
                <a:solidFill>
                  <a:schemeClr val="bg1"/>
                </a:solidFill>
              </a:rPr>
              <a:t>edi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99AD810-4EE8-C87C-F930-2F740518098D}"/>
              </a:ext>
            </a:extLst>
          </p:cNvPr>
          <p:cNvSpPr txBox="1"/>
          <p:nvPr/>
        </p:nvSpPr>
        <p:spPr>
          <a:xfrm>
            <a:off x="4083987" y="3312019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%</a:t>
            </a:r>
            <a:r>
              <a:rPr lang="en-US" altLang="zh-CN" dirty="0" err="1">
                <a:solidFill>
                  <a:schemeClr val="bg1"/>
                </a:solidFill>
              </a:rPr>
              <a:t>esp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6A5FCA7-460F-75CD-3081-079FADB7609A}"/>
              </a:ext>
            </a:extLst>
          </p:cNvPr>
          <p:cNvSpPr txBox="1"/>
          <p:nvPr/>
        </p:nvSpPr>
        <p:spPr>
          <a:xfrm>
            <a:off x="4083987" y="3667293"/>
            <a:ext cx="70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%</a:t>
            </a:r>
            <a:r>
              <a:rPr lang="en-US" altLang="zh-CN" dirty="0" err="1">
                <a:solidFill>
                  <a:schemeClr val="bg1"/>
                </a:solidFill>
              </a:rPr>
              <a:t>ebp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D98FC51-C004-57C5-E198-1C2F47197C8B}"/>
              </a:ext>
            </a:extLst>
          </p:cNvPr>
          <p:cNvSpPr txBox="1"/>
          <p:nvPr/>
        </p:nvSpPr>
        <p:spPr>
          <a:xfrm>
            <a:off x="3833918" y="4055529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%r&lt;num&gt;d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5CA75DF-53C3-1234-E2D9-850767C7950C}"/>
              </a:ext>
            </a:extLst>
          </p:cNvPr>
          <p:cNvSpPr txBox="1"/>
          <p:nvPr/>
        </p:nvSpPr>
        <p:spPr>
          <a:xfrm>
            <a:off x="5485351" y="4055529"/>
            <a:ext cx="1253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%r&lt;num&gt;w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7E46A6A-B5FB-DC02-CD95-11837227A0AF}"/>
              </a:ext>
            </a:extLst>
          </p:cNvPr>
          <p:cNvSpPr txBox="1"/>
          <p:nvPr/>
        </p:nvSpPr>
        <p:spPr>
          <a:xfrm>
            <a:off x="7136784" y="4055529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%r&lt;num&gt;b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E57F9A7-5FFE-6879-BAEB-567BCC26EA55}"/>
              </a:ext>
            </a:extLst>
          </p:cNvPr>
          <p:cNvSpPr txBox="1"/>
          <p:nvPr/>
        </p:nvSpPr>
        <p:spPr>
          <a:xfrm>
            <a:off x="5835606" y="2577365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%</a:t>
            </a:r>
            <a:r>
              <a:rPr lang="en-US" altLang="zh-CN" dirty="0" err="1">
                <a:solidFill>
                  <a:schemeClr val="bg1"/>
                </a:solidFill>
              </a:rPr>
              <a:t>si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402750D-00B6-FB23-8283-CF62C74C42D4}"/>
              </a:ext>
            </a:extLst>
          </p:cNvPr>
          <p:cNvSpPr txBox="1"/>
          <p:nvPr/>
        </p:nvSpPr>
        <p:spPr>
          <a:xfrm>
            <a:off x="5824898" y="2974044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%di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62ED972-2A29-B53F-4845-E60671082F71}"/>
              </a:ext>
            </a:extLst>
          </p:cNvPr>
          <p:cNvSpPr txBox="1"/>
          <p:nvPr/>
        </p:nvSpPr>
        <p:spPr>
          <a:xfrm>
            <a:off x="5828995" y="3316029"/>
            <a:ext cx="561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%</a:t>
            </a:r>
            <a:r>
              <a:rPr lang="en-US" altLang="zh-CN" dirty="0" err="1">
                <a:solidFill>
                  <a:schemeClr val="bg1"/>
                </a:solidFill>
              </a:rPr>
              <a:t>sp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2684B16-7424-4573-2E63-EF2B23CCF064}"/>
              </a:ext>
            </a:extLst>
          </p:cNvPr>
          <p:cNvSpPr txBox="1"/>
          <p:nvPr/>
        </p:nvSpPr>
        <p:spPr>
          <a:xfrm>
            <a:off x="5842274" y="3671303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%bp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2E72F1E-4267-BCDC-06CE-2214EF234569}"/>
              </a:ext>
            </a:extLst>
          </p:cNvPr>
          <p:cNvSpPr txBox="1"/>
          <p:nvPr/>
        </p:nvSpPr>
        <p:spPr>
          <a:xfrm>
            <a:off x="7397393" y="2573355"/>
            <a:ext cx="54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%</a:t>
            </a:r>
            <a:r>
              <a:rPr lang="en-US" altLang="zh-CN" dirty="0" err="1">
                <a:solidFill>
                  <a:schemeClr val="bg1"/>
                </a:solidFill>
              </a:rPr>
              <a:t>sil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8FF8BBE-C09E-0F3A-5648-268D09FF7584}"/>
              </a:ext>
            </a:extLst>
          </p:cNvPr>
          <p:cNvSpPr txBox="1"/>
          <p:nvPr/>
        </p:nvSpPr>
        <p:spPr>
          <a:xfrm>
            <a:off x="7397393" y="2942687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%</a:t>
            </a:r>
            <a:r>
              <a:rPr lang="en-US" altLang="zh-CN" dirty="0" err="1">
                <a:solidFill>
                  <a:schemeClr val="bg1"/>
                </a:solidFill>
              </a:rPr>
              <a:t>dil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F45B909-955C-395B-C972-4EBF740D71BF}"/>
              </a:ext>
            </a:extLst>
          </p:cNvPr>
          <p:cNvSpPr txBox="1"/>
          <p:nvPr/>
        </p:nvSpPr>
        <p:spPr>
          <a:xfrm>
            <a:off x="7385561" y="3312019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%</a:t>
            </a:r>
            <a:r>
              <a:rPr lang="en-US" altLang="zh-CN" dirty="0" err="1">
                <a:solidFill>
                  <a:schemeClr val="bg1"/>
                </a:solidFill>
              </a:rPr>
              <a:t>spl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40B5751-3756-5682-9D81-C95DA2C050C4}"/>
              </a:ext>
            </a:extLst>
          </p:cNvPr>
          <p:cNvSpPr txBox="1"/>
          <p:nvPr/>
        </p:nvSpPr>
        <p:spPr>
          <a:xfrm>
            <a:off x="7396029" y="366729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%bpl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32509C7-BF06-2DC8-1102-E19A827D2D56}"/>
              </a:ext>
            </a:extLst>
          </p:cNvPr>
          <p:cNvSpPr txBox="1"/>
          <p:nvPr/>
        </p:nvSpPr>
        <p:spPr>
          <a:xfrm>
            <a:off x="4074739" y="5190036"/>
            <a:ext cx="4014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注意这里的顺序和</a:t>
            </a:r>
            <a:r>
              <a:rPr lang="en-US" altLang="zh-CN" dirty="0"/>
              <a:t>CSAPP</a:t>
            </a:r>
            <a:r>
              <a:rPr lang="zh-CN" altLang="en-US" dirty="0"/>
              <a:t>上给出的不同</a:t>
            </a:r>
          </a:p>
        </p:txBody>
      </p:sp>
    </p:spTree>
    <p:extLst>
      <p:ext uri="{BB962C8B-B14F-4D97-AF65-F5344CB8AC3E}">
        <p14:creationId xmlns:p14="http://schemas.microsoft.com/office/powerpoint/2010/main" val="4033202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1634F7-BF27-0148-B9C6-0AD6D2889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复习：数据转移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8DE3CE-6619-79EC-D10E-642B4F45A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082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FC553A0-BF73-6FB2-ED01-1815E12AA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42" y="1615857"/>
            <a:ext cx="7332202" cy="3007400"/>
          </a:xfrm>
          <a:prstGeom prst="rect">
            <a:avLst/>
          </a:prstGeom>
        </p:spPr>
      </p:pic>
      <p:sp>
        <p:nvSpPr>
          <p:cNvPr id="4" name="椭圆 3">
            <a:extLst>
              <a:ext uri="{FF2B5EF4-FFF2-40B4-BE49-F238E27FC236}">
                <a16:creationId xmlns:a16="http://schemas.microsoft.com/office/drawing/2014/main" id="{93C9DF4A-D06B-DFE2-004C-A98E6728E4EA}"/>
              </a:ext>
            </a:extLst>
          </p:cNvPr>
          <p:cNvSpPr/>
          <p:nvPr/>
        </p:nvSpPr>
        <p:spPr>
          <a:xfrm>
            <a:off x="1152394" y="3820439"/>
            <a:ext cx="989556" cy="2567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F43210B-0D3F-E568-950E-51ED6C0ECCC8}"/>
              </a:ext>
            </a:extLst>
          </p:cNvPr>
          <p:cNvSpPr txBox="1"/>
          <p:nvPr/>
        </p:nvSpPr>
        <p:spPr>
          <a:xfrm>
            <a:off x="8469382" y="2981380"/>
            <a:ext cx="2988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绝对四字只能传送到寄存器</a:t>
            </a:r>
          </a:p>
        </p:txBody>
      </p:sp>
    </p:spTree>
    <p:extLst>
      <p:ext uri="{BB962C8B-B14F-4D97-AF65-F5344CB8AC3E}">
        <p14:creationId xmlns:p14="http://schemas.microsoft.com/office/powerpoint/2010/main" val="135710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89769E3B-5580-A807-50E5-D6EDF0CD0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42" y="792381"/>
            <a:ext cx="7365264" cy="210321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802D9FF-6257-CD24-F02A-E50D485AE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42" y="3699813"/>
            <a:ext cx="7365264" cy="2342842"/>
          </a:xfrm>
          <a:prstGeom prst="rect">
            <a:avLst/>
          </a:prstGeom>
        </p:spPr>
      </p:pic>
      <p:sp>
        <p:nvSpPr>
          <p:cNvPr id="4" name="椭圆 3">
            <a:extLst>
              <a:ext uri="{FF2B5EF4-FFF2-40B4-BE49-F238E27FC236}">
                <a16:creationId xmlns:a16="http://schemas.microsoft.com/office/drawing/2014/main" id="{35EE16DF-0536-DB95-8777-9D2E245DBD15}"/>
              </a:ext>
            </a:extLst>
          </p:cNvPr>
          <p:cNvSpPr/>
          <p:nvPr/>
        </p:nvSpPr>
        <p:spPr>
          <a:xfrm>
            <a:off x="8630432" y="400833"/>
            <a:ext cx="538620" cy="504422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q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4F676E56-EEBD-47DF-8563-7502D727EB53}"/>
              </a:ext>
            </a:extLst>
          </p:cNvPr>
          <p:cNvSpPr/>
          <p:nvPr/>
        </p:nvSpPr>
        <p:spPr>
          <a:xfrm>
            <a:off x="8630432" y="1207469"/>
            <a:ext cx="538620" cy="504422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l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60FECCC-7E03-29DA-FA26-31B8C72482FA}"/>
              </a:ext>
            </a:extLst>
          </p:cNvPr>
          <p:cNvSpPr/>
          <p:nvPr/>
        </p:nvSpPr>
        <p:spPr>
          <a:xfrm>
            <a:off x="8630432" y="2013709"/>
            <a:ext cx="538620" cy="504422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w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CD38B70A-09AB-C1AA-3121-BCAC955A0BCE}"/>
              </a:ext>
            </a:extLst>
          </p:cNvPr>
          <p:cNvSpPr/>
          <p:nvPr/>
        </p:nvSpPr>
        <p:spPr>
          <a:xfrm>
            <a:off x="8630432" y="2819949"/>
            <a:ext cx="538620" cy="504422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10" name="连接符: 曲线 9">
            <a:extLst>
              <a:ext uri="{FF2B5EF4-FFF2-40B4-BE49-F238E27FC236}">
                <a16:creationId xmlns:a16="http://schemas.microsoft.com/office/drawing/2014/main" id="{33C0F636-553F-2677-FA0A-5876D44E1800}"/>
              </a:ext>
            </a:extLst>
          </p:cNvPr>
          <p:cNvCxnSpPr>
            <a:stCxn id="7" idx="6"/>
            <a:endCxn id="6" idx="6"/>
          </p:cNvCxnSpPr>
          <p:nvPr/>
        </p:nvCxnSpPr>
        <p:spPr>
          <a:xfrm flipV="1">
            <a:off x="9169052" y="2265920"/>
            <a:ext cx="12700" cy="806240"/>
          </a:xfrm>
          <a:prstGeom prst="curved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连接符: 曲线 12">
            <a:extLst>
              <a:ext uri="{FF2B5EF4-FFF2-40B4-BE49-F238E27FC236}">
                <a16:creationId xmlns:a16="http://schemas.microsoft.com/office/drawing/2014/main" id="{58EB0F3E-CA25-91A9-D4D5-7A3F75038F3C}"/>
              </a:ext>
            </a:extLst>
          </p:cNvPr>
          <p:cNvCxnSpPr>
            <a:cxnSpLocks/>
            <a:stCxn id="7" idx="6"/>
            <a:endCxn id="5" idx="6"/>
          </p:cNvCxnSpPr>
          <p:nvPr/>
        </p:nvCxnSpPr>
        <p:spPr>
          <a:xfrm flipV="1">
            <a:off x="9169052" y="1459680"/>
            <a:ext cx="12700" cy="1612480"/>
          </a:xfrm>
          <a:prstGeom prst="curved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曲线 15">
            <a:extLst>
              <a:ext uri="{FF2B5EF4-FFF2-40B4-BE49-F238E27FC236}">
                <a16:creationId xmlns:a16="http://schemas.microsoft.com/office/drawing/2014/main" id="{1EF7CC5A-04F3-D62A-9CF2-ECB626BCAA00}"/>
              </a:ext>
            </a:extLst>
          </p:cNvPr>
          <p:cNvCxnSpPr>
            <a:cxnSpLocks/>
            <a:stCxn id="7" idx="6"/>
            <a:endCxn id="4" idx="6"/>
          </p:cNvCxnSpPr>
          <p:nvPr/>
        </p:nvCxnSpPr>
        <p:spPr>
          <a:xfrm flipV="1">
            <a:off x="9169052" y="653044"/>
            <a:ext cx="12700" cy="2419116"/>
          </a:xfrm>
          <a:prstGeom prst="curved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连接符: 曲线 18">
            <a:extLst>
              <a:ext uri="{FF2B5EF4-FFF2-40B4-BE49-F238E27FC236}">
                <a16:creationId xmlns:a16="http://schemas.microsoft.com/office/drawing/2014/main" id="{5E2EA16D-EF1C-4F06-AAF8-CDF57245A583}"/>
              </a:ext>
            </a:extLst>
          </p:cNvPr>
          <p:cNvCxnSpPr>
            <a:cxnSpLocks/>
            <a:stCxn id="6" idx="2"/>
            <a:endCxn id="5" idx="2"/>
          </p:cNvCxnSpPr>
          <p:nvPr/>
        </p:nvCxnSpPr>
        <p:spPr>
          <a:xfrm rot="10800000">
            <a:off x="8630432" y="1459680"/>
            <a:ext cx="12700" cy="806240"/>
          </a:xfrm>
          <a:prstGeom prst="curved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曲线 21">
            <a:extLst>
              <a:ext uri="{FF2B5EF4-FFF2-40B4-BE49-F238E27FC236}">
                <a16:creationId xmlns:a16="http://schemas.microsoft.com/office/drawing/2014/main" id="{0290C4D6-0657-D5F4-C0E2-B30E22FA1077}"/>
              </a:ext>
            </a:extLst>
          </p:cNvPr>
          <p:cNvCxnSpPr>
            <a:cxnSpLocks/>
            <a:stCxn id="6" idx="2"/>
            <a:endCxn id="4" idx="2"/>
          </p:cNvCxnSpPr>
          <p:nvPr/>
        </p:nvCxnSpPr>
        <p:spPr>
          <a:xfrm rot="10800000">
            <a:off x="8630432" y="653044"/>
            <a:ext cx="12700" cy="1612876"/>
          </a:xfrm>
          <a:prstGeom prst="curved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连接符: 曲线 25">
            <a:extLst>
              <a:ext uri="{FF2B5EF4-FFF2-40B4-BE49-F238E27FC236}">
                <a16:creationId xmlns:a16="http://schemas.microsoft.com/office/drawing/2014/main" id="{CFC9D730-D38A-84B6-2EAE-A2FE27E6B0F6}"/>
              </a:ext>
            </a:extLst>
          </p:cNvPr>
          <p:cNvCxnSpPr>
            <a:stCxn id="5" idx="2"/>
            <a:endCxn id="4" idx="2"/>
          </p:cNvCxnSpPr>
          <p:nvPr/>
        </p:nvCxnSpPr>
        <p:spPr>
          <a:xfrm rot="10800000">
            <a:off x="8630432" y="653044"/>
            <a:ext cx="12700" cy="806636"/>
          </a:xfrm>
          <a:prstGeom prst="curvedConnector3">
            <a:avLst>
              <a:gd name="adj1" fmla="val 1800000"/>
            </a:avLst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DD4CAB2A-547C-EE08-F4D1-75EB8F092365}"/>
              </a:ext>
            </a:extLst>
          </p:cNvPr>
          <p:cNvSpPr txBox="1"/>
          <p:nvPr/>
        </p:nvSpPr>
        <p:spPr>
          <a:xfrm>
            <a:off x="9889298" y="1711891"/>
            <a:ext cx="1472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Why missing?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5E46DB7-FF9A-6DE0-2DEE-98E88B4F6A91}"/>
              </a:ext>
            </a:extLst>
          </p:cNvPr>
          <p:cNvSpPr txBox="1"/>
          <p:nvPr/>
        </p:nvSpPr>
        <p:spPr>
          <a:xfrm>
            <a:off x="8537839" y="4776778"/>
            <a:ext cx="2823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cltq</a:t>
            </a:r>
            <a:r>
              <a:rPr lang="zh-CN" altLang="en-US" dirty="0"/>
              <a:t>是什么</a:t>
            </a:r>
            <a:r>
              <a:rPr lang="en-US" altLang="zh-CN" dirty="0"/>
              <a:t>?</a:t>
            </a:r>
            <a:r>
              <a:rPr lang="zh-CN" altLang="en-US" dirty="0"/>
              <a:t>为什么在这里</a:t>
            </a:r>
            <a:r>
              <a:rPr lang="en-US" altLang="zh-CN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19320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B5206A-45B8-A2B3-09EF-A3F7A1E20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复习：算数运算及杂项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3EA78C-965C-7574-5C0D-6A760F7F75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3586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88CAE25-194E-D918-9DB9-A27A97A47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98" y="1361786"/>
            <a:ext cx="5315692" cy="4134427"/>
          </a:xfrm>
          <a:prstGeom prst="rect">
            <a:avLst/>
          </a:prstGeom>
        </p:spPr>
      </p:pic>
      <p:sp>
        <p:nvSpPr>
          <p:cNvPr id="4" name="箭头: 右 3">
            <a:extLst>
              <a:ext uri="{FF2B5EF4-FFF2-40B4-BE49-F238E27FC236}">
                <a16:creationId xmlns:a16="http://schemas.microsoft.com/office/drawing/2014/main" id="{4E6170F2-1CCC-E596-A97A-9F2D1327CC5E}"/>
              </a:ext>
            </a:extLst>
          </p:cNvPr>
          <p:cNvSpPr/>
          <p:nvPr/>
        </p:nvSpPr>
        <p:spPr>
          <a:xfrm>
            <a:off x="5580345" y="2329841"/>
            <a:ext cx="1784959" cy="12526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21355044-48DE-139A-5001-547FD6F6D693}"/>
              </a:ext>
            </a:extLst>
          </p:cNvPr>
          <p:cNvSpPr/>
          <p:nvPr/>
        </p:nvSpPr>
        <p:spPr>
          <a:xfrm>
            <a:off x="5181720" y="4016679"/>
            <a:ext cx="2183584" cy="12526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5D3F24F2-134F-06D6-D22D-73D640F8BFA7}"/>
              </a:ext>
            </a:extLst>
          </p:cNvPr>
          <p:cNvSpPr/>
          <p:nvPr/>
        </p:nvSpPr>
        <p:spPr>
          <a:xfrm>
            <a:off x="6016789" y="4814169"/>
            <a:ext cx="1348515" cy="12526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13EDE7F-5DF3-965D-FCA1-29AACE8F2A9B}"/>
              </a:ext>
            </a:extLst>
          </p:cNvPr>
          <p:cNvSpPr txBox="1"/>
          <p:nvPr/>
        </p:nvSpPr>
        <p:spPr>
          <a:xfrm>
            <a:off x="7600369" y="4692133"/>
            <a:ext cx="3732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位移量只能放在</a:t>
            </a:r>
            <a:r>
              <a:rPr lang="en-US" altLang="zh-CN" dirty="0"/>
              <a:t>%cl</a:t>
            </a:r>
            <a:r>
              <a:rPr lang="zh-CN" altLang="en-US" dirty="0"/>
              <a:t>中或者是立即数</a:t>
            </a:r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C5E061B-D7ED-1FF6-B14F-7F272C08D066}"/>
              </a:ext>
            </a:extLst>
          </p:cNvPr>
          <p:cNvSpPr txBox="1"/>
          <p:nvPr/>
        </p:nvSpPr>
        <p:spPr>
          <a:xfrm>
            <a:off x="7600369" y="3894643"/>
            <a:ext cx="3732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位移量只能放在</a:t>
            </a:r>
            <a:r>
              <a:rPr lang="en-US" altLang="zh-CN"/>
              <a:t>%cl</a:t>
            </a:r>
            <a:r>
              <a:rPr lang="zh-CN" altLang="en-US"/>
              <a:t>中或者是立即数</a:t>
            </a:r>
            <a:endParaRPr lang="en-US" altLang="zh-CN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5027E59-28D7-5073-8147-97C5F94118AC}"/>
              </a:ext>
            </a:extLst>
          </p:cNvPr>
          <p:cNvSpPr txBox="1"/>
          <p:nvPr/>
        </p:nvSpPr>
        <p:spPr>
          <a:xfrm>
            <a:off x="7600369" y="2207805"/>
            <a:ext cx="2064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不改变标志寄存器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40741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355357-0009-B269-31EA-29B27782B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翻下手册：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CCA2F6A-6553-B3A0-699B-C430A20B7D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0861" y="2264348"/>
            <a:ext cx="10050278" cy="98121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FFBC551-7F28-6392-5581-A2D2CB12B943}"/>
              </a:ext>
            </a:extLst>
          </p:cNvPr>
          <p:cNvSpPr txBox="1"/>
          <p:nvPr/>
        </p:nvSpPr>
        <p:spPr>
          <a:xfrm>
            <a:off x="1070861" y="1792852"/>
            <a:ext cx="1603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对于</a:t>
            </a:r>
            <a:r>
              <a:rPr lang="en-US" altLang="zh-CN" dirty="0"/>
              <a:t>and or </a:t>
            </a:r>
            <a:r>
              <a:rPr lang="en-US" altLang="zh-CN" dirty="0" err="1"/>
              <a:t>xor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9CFA228-E9F4-F214-4AEE-FFFDF41CA3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61" y="4564232"/>
            <a:ext cx="9020175" cy="9525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9AC6AD1-AA09-25CF-5380-75765454234C}"/>
              </a:ext>
            </a:extLst>
          </p:cNvPr>
          <p:cNvSpPr txBox="1"/>
          <p:nvPr/>
        </p:nvSpPr>
        <p:spPr>
          <a:xfrm>
            <a:off x="1070861" y="3819220"/>
            <a:ext cx="1541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对于 </a:t>
            </a:r>
            <a:r>
              <a:rPr lang="en-US" altLang="zh-CN" dirty="0"/>
              <a:t>push ESP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0517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F3292E0-A2DD-739E-7152-B223E0740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469" y="758193"/>
            <a:ext cx="6535062" cy="221010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1650A6C7-0BC4-6B0D-C24A-3088FCB649F0}"/>
                  </a:ext>
                </a:extLst>
              </p14:cNvPr>
              <p14:cNvContentPartPr/>
              <p14:nvPr/>
            </p14:nvContentPartPr>
            <p14:xfrm>
              <a:off x="4681098" y="2738073"/>
              <a:ext cx="68760" cy="8100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1650A6C7-0BC4-6B0D-C24A-3088FCB649F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74978" y="2731953"/>
                <a:ext cx="81000" cy="9324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E48AABB7-FCAE-EF96-0ECF-8D0AB3F65E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5442" y="3318120"/>
            <a:ext cx="7821116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9505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DBAF57B-F5F3-626F-823C-4AFF29A49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0890" y="613124"/>
            <a:ext cx="6230219" cy="371526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4398A0E-74B8-6A4B-B18B-8E8A1395D256}"/>
              </a:ext>
            </a:extLst>
          </p:cNvPr>
          <p:cNvSpPr txBox="1"/>
          <p:nvPr/>
        </p:nvSpPr>
        <p:spPr>
          <a:xfrm>
            <a:off x="3926174" y="4816257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不支持单字节传送、不显示表示传送大小</a:t>
            </a:r>
          </a:p>
        </p:txBody>
      </p:sp>
    </p:spTree>
    <p:extLst>
      <p:ext uri="{BB962C8B-B14F-4D97-AF65-F5344CB8AC3E}">
        <p14:creationId xmlns:p14="http://schemas.microsoft.com/office/powerpoint/2010/main" val="4255743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B5E459-10D7-1403-FE69-5B3F6585A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一些习题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F4383C-1E88-8BF4-2F74-01BF49F92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368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9FFF94-F91F-F56C-B7BF-E4312B288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/>
              <a:t>下列指令在任何情况下对于程序员可见状态的改变完全相同的的有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A. </a:t>
            </a:r>
            <a:r>
              <a:rPr lang="en-US" altLang="zh-CN" sz="2000" dirty="0" err="1"/>
              <a:t>setg</a:t>
            </a:r>
            <a:r>
              <a:rPr lang="en-US" altLang="zh-CN" sz="2000" dirty="0"/>
              <a:t>                         </a:t>
            </a:r>
            <a:r>
              <a:rPr lang="en-US" altLang="zh-CN" sz="2000" dirty="0" err="1"/>
              <a:t>setnle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B. </a:t>
            </a:r>
            <a:r>
              <a:rPr lang="en-US" altLang="zh-CN" sz="2000" dirty="0" err="1"/>
              <a:t>addq</a:t>
            </a:r>
            <a:r>
              <a:rPr lang="en-US" altLang="zh-CN" sz="2000" dirty="0"/>
              <a:t> $1 </a:t>
            </a:r>
            <a:r>
              <a:rPr lang="zh-CN" altLang="en-US" sz="2000" dirty="0"/>
              <a:t>％</a:t>
            </a:r>
            <a:r>
              <a:rPr lang="en-US" altLang="zh-CN" sz="2000" dirty="0" err="1"/>
              <a:t>rax</a:t>
            </a:r>
            <a:r>
              <a:rPr lang="en-US" altLang="zh-CN" sz="2000" dirty="0"/>
              <a:t>       </a:t>
            </a:r>
            <a:r>
              <a:rPr lang="en-US" altLang="zh-CN" sz="2000" dirty="0" err="1"/>
              <a:t>incq</a:t>
            </a:r>
            <a:r>
              <a:rPr lang="en-US" altLang="zh-CN" sz="2000" dirty="0"/>
              <a:t> </a:t>
            </a:r>
            <a:r>
              <a:rPr lang="zh-CN" altLang="en-US" sz="2000" dirty="0"/>
              <a:t>％</a:t>
            </a:r>
            <a:r>
              <a:rPr lang="en-US" altLang="zh-CN" sz="2000" dirty="0" err="1"/>
              <a:t>rax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C. </a:t>
            </a:r>
            <a:r>
              <a:rPr lang="en-US" altLang="zh-CN" sz="2000" dirty="0" err="1"/>
              <a:t>negq</a:t>
            </a:r>
            <a:r>
              <a:rPr lang="en-US" altLang="zh-CN" sz="2000" dirty="0"/>
              <a:t> </a:t>
            </a:r>
            <a:r>
              <a:rPr lang="zh-CN" altLang="en-US" sz="2000" dirty="0"/>
              <a:t>％</a:t>
            </a:r>
            <a:r>
              <a:rPr lang="en-US" altLang="zh-CN" sz="2000" dirty="0" err="1"/>
              <a:t>rax</a:t>
            </a:r>
            <a:r>
              <a:rPr lang="en-US" altLang="zh-CN" sz="2000" dirty="0"/>
              <a:t>            </a:t>
            </a:r>
            <a:r>
              <a:rPr lang="en-US" altLang="zh-CN" sz="2000" dirty="0" err="1"/>
              <a:t>xorq</a:t>
            </a:r>
            <a:r>
              <a:rPr lang="en-US" altLang="zh-CN" sz="2000" dirty="0"/>
              <a:t> 0xffffffffffffffff %</a:t>
            </a:r>
            <a:r>
              <a:rPr lang="en-US" altLang="zh-CN" sz="2000" dirty="0" err="1"/>
              <a:t>rax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D. </a:t>
            </a:r>
            <a:r>
              <a:rPr lang="en-US" altLang="zh-CN" sz="2000" dirty="0" err="1"/>
              <a:t>movq</a:t>
            </a:r>
            <a:r>
              <a:rPr lang="en-US" altLang="zh-CN" sz="2000" dirty="0"/>
              <a:t> $0 </a:t>
            </a:r>
            <a:r>
              <a:rPr lang="zh-CN" altLang="en-US" sz="2000" dirty="0"/>
              <a:t>％</a:t>
            </a:r>
            <a:r>
              <a:rPr lang="en-US" altLang="zh-CN" sz="2000" dirty="0" err="1"/>
              <a:t>rax</a:t>
            </a:r>
            <a:r>
              <a:rPr lang="en-US" altLang="zh-CN" sz="2000" dirty="0"/>
              <a:t>     </a:t>
            </a:r>
            <a:r>
              <a:rPr lang="en-US" altLang="zh-CN" sz="2000" dirty="0" err="1"/>
              <a:t>xorq</a:t>
            </a:r>
            <a:r>
              <a:rPr lang="en-US" altLang="zh-CN" sz="2000" dirty="0"/>
              <a:t> </a:t>
            </a:r>
            <a:r>
              <a:rPr lang="zh-CN" altLang="en-US" sz="2000" dirty="0"/>
              <a:t>％</a:t>
            </a:r>
            <a:r>
              <a:rPr lang="en-US" altLang="zh-CN" sz="2000" dirty="0" err="1"/>
              <a:t>rax</a:t>
            </a:r>
            <a:r>
              <a:rPr lang="en-US" altLang="zh-CN" sz="2000" dirty="0"/>
              <a:t> </a:t>
            </a:r>
            <a:r>
              <a:rPr lang="zh-CN" altLang="en-US" sz="2000" dirty="0"/>
              <a:t>％</a:t>
            </a:r>
            <a:r>
              <a:rPr lang="en-US" altLang="zh-CN" sz="2000" dirty="0" err="1"/>
              <a:t>rax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E. </a:t>
            </a:r>
            <a:r>
              <a:rPr lang="en-US" altLang="zh-CN" sz="2000" dirty="0" err="1"/>
              <a:t>movzbl</a:t>
            </a:r>
            <a:r>
              <a:rPr lang="en-US" altLang="zh-CN" sz="2000" dirty="0"/>
              <a:t> X Y             </a:t>
            </a:r>
            <a:r>
              <a:rPr lang="en-US" altLang="zh-CN" sz="2000" dirty="0" err="1"/>
              <a:t>movzbq</a:t>
            </a:r>
            <a:r>
              <a:rPr lang="en-US" altLang="zh-CN" sz="2000" dirty="0"/>
              <a:t> X Y</a:t>
            </a:r>
            <a:endParaRPr lang="zh-CN" altLang="en-US" sz="20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E86A9E8-3A29-5268-17D0-87394B1AA67E}"/>
              </a:ext>
            </a:extLst>
          </p:cNvPr>
          <p:cNvSpPr txBox="1"/>
          <p:nvPr/>
        </p:nvSpPr>
        <p:spPr>
          <a:xfrm>
            <a:off x="5854000" y="3213404"/>
            <a:ext cx="875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CF</a:t>
            </a:r>
            <a:r>
              <a:rPr lang="zh-CN" altLang="en-US" dirty="0"/>
              <a:t>设置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C889C0-7AE2-23E9-89BE-5AD7462C46F4}"/>
              </a:ext>
            </a:extLst>
          </p:cNvPr>
          <p:cNvSpPr txBox="1"/>
          <p:nvPr/>
        </p:nvSpPr>
        <p:spPr>
          <a:xfrm>
            <a:off x="5850153" y="3707056"/>
            <a:ext cx="879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负和非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3BF3352-070C-0C5F-6D83-A0DF821C4519}"/>
              </a:ext>
            </a:extLst>
          </p:cNvPr>
          <p:cNvSpPr txBox="1"/>
          <p:nvPr/>
        </p:nvSpPr>
        <p:spPr>
          <a:xfrm>
            <a:off x="5850153" y="4263691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会设置符号位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3620FB4-4EB6-2AA7-DA5E-0B20334AAE03}"/>
              </a:ext>
            </a:extLst>
          </p:cNvPr>
          <p:cNvSpPr txBox="1"/>
          <p:nvPr/>
        </p:nvSpPr>
        <p:spPr>
          <a:xfrm>
            <a:off x="5945959" y="2751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812EA46-3E1F-0241-2C32-357AF231906D}"/>
              </a:ext>
            </a:extLst>
          </p:cNvPr>
          <p:cNvSpPr txBox="1"/>
          <p:nvPr/>
        </p:nvSpPr>
        <p:spPr>
          <a:xfrm>
            <a:off x="5945959" y="481716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√</a:t>
            </a:r>
          </a:p>
        </p:txBody>
      </p:sp>
    </p:spTree>
    <p:extLst>
      <p:ext uri="{BB962C8B-B14F-4D97-AF65-F5344CB8AC3E}">
        <p14:creationId xmlns:p14="http://schemas.microsoft.com/office/powerpoint/2010/main" val="3745159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866E60F-4B63-B2DE-E80E-6C2BCF2F0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995" y="0"/>
            <a:ext cx="10382010" cy="6858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B480100-B0FA-1139-0A39-04191F05D6B4}"/>
              </a:ext>
            </a:extLst>
          </p:cNvPr>
          <p:cNvSpPr txBox="1"/>
          <p:nvPr/>
        </p:nvSpPr>
        <p:spPr>
          <a:xfrm>
            <a:off x="5542767" y="2455101"/>
            <a:ext cx="4609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我们是否可以抽象这个过程？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如何验证一个程序具有某种性质？</a:t>
            </a:r>
          </a:p>
        </p:txBody>
      </p:sp>
    </p:spTree>
    <p:extLst>
      <p:ext uri="{BB962C8B-B14F-4D97-AF65-F5344CB8AC3E}">
        <p14:creationId xmlns:p14="http://schemas.microsoft.com/office/powerpoint/2010/main" val="538533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3D6AAB5-FE88-9FA0-3718-B8C98EF2E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442791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EE950C3-7D44-732A-24A2-9D698A05E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498" y="3563653"/>
            <a:ext cx="1752469" cy="3169087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7E3FFA01-9A7F-D0DD-1F6A-DEB8BE318443}"/>
              </a:ext>
            </a:extLst>
          </p:cNvPr>
          <p:cNvSpPr/>
          <p:nvPr/>
        </p:nvSpPr>
        <p:spPr>
          <a:xfrm>
            <a:off x="682668" y="3219188"/>
            <a:ext cx="1033398" cy="2630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300C801-3CB3-3507-63FD-E5530B7E19C5}"/>
              </a:ext>
            </a:extLst>
          </p:cNvPr>
          <p:cNvSpPr txBox="1"/>
          <p:nvPr/>
        </p:nvSpPr>
        <p:spPr>
          <a:xfrm>
            <a:off x="7615825" y="1248243"/>
            <a:ext cx="4315215" cy="4204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什么是先转化大小：在最后才改变位的解读方式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先扩大再移动</a:t>
            </a:r>
            <a:r>
              <a:rPr lang="en-US" altLang="zh-CN" dirty="0"/>
              <a:t>/</a:t>
            </a:r>
            <a:r>
              <a:rPr lang="zh-CN" altLang="en-US" dirty="0"/>
              <a:t>先移动再扩大：始终保留较多的位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为什么这样做？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各个位的移动可以同步完成，移动</a:t>
            </a:r>
            <a:r>
              <a:rPr lang="en-US" altLang="zh-CN" dirty="0"/>
              <a:t>64bits</a:t>
            </a:r>
            <a:r>
              <a:rPr lang="zh-CN" altLang="en-US" dirty="0"/>
              <a:t>没有很大的开销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寄存器的高位难以拆开使用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保留较多的位之后没准还有用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42742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36440D-1F35-1B3A-27D0-3672CAE2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案例：利用</a:t>
            </a:r>
            <a:r>
              <a:rPr lang="en-US" altLang="zh-CN" dirty="0"/>
              <a:t>GDB</a:t>
            </a:r>
            <a:r>
              <a:rPr lang="zh-CN" altLang="en-US" dirty="0"/>
              <a:t>调试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8486E1-B35F-59B5-A017-8A6EA4366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97488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B2A17E-27AF-605E-5B7C-D9359803B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06BBA5-86DD-D97A-4BD6-415E8CAA4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GDB</a:t>
            </a:r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单步</a:t>
            </a:r>
            <a:r>
              <a:rPr lang="en-US" altLang="zh-CN" sz="2000" dirty="0"/>
              <a:t>(</a:t>
            </a:r>
            <a:r>
              <a:rPr lang="zh-CN" altLang="en-US" sz="2000" dirty="0"/>
              <a:t>进入函数</a:t>
            </a:r>
            <a:r>
              <a:rPr lang="en-US" altLang="zh-CN" sz="2000" dirty="0"/>
              <a:t>)</a:t>
            </a:r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单步</a:t>
            </a:r>
            <a:r>
              <a:rPr lang="en-US" altLang="zh-CN" sz="2000" dirty="0"/>
              <a:t>(</a:t>
            </a:r>
            <a:r>
              <a:rPr lang="zh-CN" altLang="en-US" sz="2000" dirty="0"/>
              <a:t>不进入函数</a:t>
            </a:r>
            <a:r>
              <a:rPr lang="en-US" altLang="zh-CN" sz="2000" dirty="0"/>
              <a:t>)</a:t>
            </a:r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设置断点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删除断点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查看寄存器</a:t>
            </a:r>
            <a:r>
              <a:rPr lang="en-US" altLang="zh-CN" sz="2000" dirty="0"/>
              <a:t>/</a:t>
            </a:r>
            <a:r>
              <a:rPr lang="zh-CN" altLang="en-US" sz="2000" dirty="0"/>
              <a:t>内存内容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endParaRPr lang="en-US" altLang="zh-CN" sz="20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01617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D4AE9B-3E21-4005-3CD4-33407531C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50000"/>
              </a:lnSpc>
            </a:pPr>
            <a:r>
              <a:rPr lang="zh-CN" altLang="en-US" sz="2000" dirty="0"/>
              <a:t>查看变量值 </a:t>
            </a:r>
            <a:r>
              <a:rPr lang="en-US" altLang="zh-CN" sz="2000" dirty="0"/>
              <a:t>print</a:t>
            </a:r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查看对应的高级语言代码 </a:t>
            </a:r>
            <a:r>
              <a:rPr lang="en-US" altLang="zh-CN" sz="2000" dirty="0"/>
              <a:t>layout </a:t>
            </a:r>
            <a:r>
              <a:rPr lang="en-US" altLang="zh-CN" sz="2000" dirty="0" err="1"/>
              <a:t>src</a:t>
            </a:r>
            <a:r>
              <a:rPr lang="en-US" altLang="zh-CN" sz="2000" dirty="0"/>
              <a:t>/split</a:t>
            </a:r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查看调用栈 </a:t>
            </a:r>
            <a:r>
              <a:rPr lang="en-US" altLang="zh-CN" sz="2000" dirty="0" err="1"/>
              <a:t>bt</a:t>
            </a:r>
            <a:r>
              <a:rPr lang="en-US" altLang="zh-CN" sz="2000" dirty="0"/>
              <a:t>/backtrace</a:t>
            </a:r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在特定情况下中断 </a:t>
            </a:r>
            <a:r>
              <a:rPr lang="en-US" altLang="zh-CN" sz="2000"/>
              <a:t>b if ..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endParaRPr lang="en-US" altLang="zh-CN" sz="2000" dirty="0"/>
          </a:p>
          <a:p>
            <a:pPr lvl="1">
              <a:lnSpc>
                <a:spcPct val="150000"/>
              </a:lnSpc>
            </a:pPr>
            <a:endParaRPr lang="en-US" altLang="zh-CN" sz="20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05985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0CED3-EAD4-9183-9D24-E165038D1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6AA8A1-6F45-45E4-9037-E8EDFAADA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案例：利用</a:t>
            </a:r>
            <a:r>
              <a:rPr lang="en-US" altLang="zh-CN" dirty="0" err="1"/>
              <a:t>godbolt</a:t>
            </a:r>
            <a:r>
              <a:rPr lang="zh-CN" altLang="en-US" dirty="0"/>
              <a:t>探索编译器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2F7414-C882-61E5-E4A1-66E85A235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0432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9D72EA0-CA0B-762D-B8AE-66528ACC3F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7548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6770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AA14307-E983-F4DD-F91E-D8C3ABA6F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369" y="0"/>
            <a:ext cx="8663262" cy="318178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B5E894D-0981-A32E-2EA6-C2A47C186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834" y="3181780"/>
            <a:ext cx="10612331" cy="26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1823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C2905EC-0F01-532B-D0FF-F34356C1B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655" y="0"/>
            <a:ext cx="96506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132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5441</TotalTime>
  <Words>414</Words>
  <Application>Microsoft Office PowerPoint</Application>
  <PresentationFormat>宽屏</PresentationFormat>
  <Paragraphs>100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4" baseType="lpstr">
      <vt:lpstr>等线</vt:lpstr>
      <vt:lpstr>Arial</vt:lpstr>
      <vt:lpstr>Calibri</vt:lpstr>
      <vt:lpstr>Calibri Light</vt:lpstr>
      <vt:lpstr>Office 主题​​</vt:lpstr>
      <vt:lpstr>ICS seminar 0x2</vt:lpstr>
      <vt:lpstr>讨论题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复习：寄存器命名</vt:lpstr>
      <vt:lpstr>PowerPoint 演示文稿</vt:lpstr>
      <vt:lpstr>复习：数据转移</vt:lpstr>
      <vt:lpstr>PowerPoint 演示文稿</vt:lpstr>
      <vt:lpstr>PowerPoint 演示文稿</vt:lpstr>
      <vt:lpstr>复习：算数运算及杂项</vt:lpstr>
      <vt:lpstr>PowerPoint 演示文稿</vt:lpstr>
      <vt:lpstr>翻下手册：</vt:lpstr>
      <vt:lpstr>PowerPoint 演示文稿</vt:lpstr>
      <vt:lpstr>PowerPoint 演示文稿</vt:lpstr>
      <vt:lpstr>一些习题</vt:lpstr>
      <vt:lpstr>PowerPoint 演示文稿</vt:lpstr>
      <vt:lpstr>PowerPoint 演示文稿</vt:lpstr>
      <vt:lpstr>PowerPoint 演示文稿</vt:lpstr>
      <vt:lpstr>案例：利用GDB调试</vt:lpstr>
      <vt:lpstr>PowerPoint 演示文稿</vt:lpstr>
      <vt:lpstr>PowerPoint 演示文稿</vt:lpstr>
      <vt:lpstr>案例：利用godbolt探索编译器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ziyuan he</dc:creator>
  <cp:lastModifiedBy>ziyuan he</cp:lastModifiedBy>
  <cp:revision>1</cp:revision>
  <dcterms:created xsi:type="dcterms:W3CDTF">2025-09-20T14:18:17Z</dcterms:created>
  <dcterms:modified xsi:type="dcterms:W3CDTF">2025-09-24T12:40:59Z</dcterms:modified>
</cp:coreProperties>
</file>